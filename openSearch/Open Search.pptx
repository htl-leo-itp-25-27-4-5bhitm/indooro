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8B2F1-2F6B-336C-931B-2B55CFB27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757115-3E73-3FC5-46FE-0FF9A87A9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1972C5-9D7E-1DED-AA02-611AFE67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4D0507-9680-FF7C-F43E-147917EE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280706-5601-6A6C-08AD-4EBFD47A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4765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02411-F331-9756-2DE5-1EC5BA5B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BAB3D1-BEC9-B720-6A9E-19D7B1135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768D0-A9E8-E837-BD43-C02EF515D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318298-04C7-2A98-8D6B-84EEB1EB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58E9B5-8F76-18B4-6202-B8C5FEAD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5123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40CC89-179B-896A-257B-8D81B4CC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1D717A-8A58-683B-6DEB-14BD55E83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DD1AE9-B771-47FF-27FC-3E905D75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5B7A42-243E-E602-6E4F-2CEE5972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F2ED69-5CE4-5C0F-5855-065877B3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9971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056E3-5E6C-C882-3633-08DC7B20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42C690-F38A-CA84-C95E-9F34D65A7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0B1E1E-ACFC-A293-D01A-8C2F09C40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FA6409-E103-A5C6-16B5-1BFC169B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8A78E1-BD5F-856A-386F-D2CFB64E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9BB285-0443-378C-569A-6669FFA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952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A47AD-F11C-9BC5-A451-F55C17CFE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3867AD-F802-76FA-46CD-A1E09908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1A1CAF-4096-EA86-A685-BD1B68A12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32CD7A-3577-FA41-38C4-6865E945D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DF10C8-4858-FF89-415D-E0D822924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31AFB0D-4846-AD36-9CA1-9A893B85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AE136DF-AAFF-C053-6870-1C60EA2E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C7709A5-CA70-73BC-308C-DA8259CF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0688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0E800-461D-CA02-2266-18969F8E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35BE7B-68C5-6263-6274-A4584307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82387B-51A0-DEA2-9256-B2D80B43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2E79ED-DF56-4486-1158-C9BBF77D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771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9E19816-5354-FB58-CEB3-4B39087A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6B28B0-7B34-1584-E35A-F1523087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7005A6-E9B5-1848-4873-72D9CA2F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420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955053-7C81-6264-B32A-E8710E72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D797ED-B946-ECDA-F95D-E5598D226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139C00-EDDC-5E50-A13F-B50DCE70D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EB3E1A-6849-A5C2-F0AA-0DE75EE86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F03C31-42FA-3E57-39E7-C1D9777A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8D854C-859D-7086-3DD9-607BE54C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1097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B0CB7-AA5A-5B70-BD4D-A2B2501C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9F0A57D-DBBF-483E-6662-AC80B1180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FFB81A-30AC-2DBC-1F8A-C8F1FC2D4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DA45387-938F-82DF-0F75-D6E0C89B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4CAA55-FF03-D0CB-84A6-AC4088F4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10B9C0-F89B-3EEB-2338-DFD8864D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82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FEB7E-A092-E126-FA38-AAD48FF1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A3E056-73DB-CE60-21F3-C1A9706F3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BBD4A-E24E-9A44-2600-37B5361A3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5B4869-D13F-5E02-E9E7-EFD64DCC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7E5504-C051-6A6B-3303-80DE9AE6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7752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D6BA0A-9520-D783-48C0-7DB860AF9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FD21FA-4D6B-F833-04BD-C374A9EB7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0FE571-EEE9-0E8D-94C0-11000FDD2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C5E0F8-E3B2-943B-5783-C1314435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B17A18-C7D7-2D07-96E2-5A5651C7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243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F5AF18-7536-4A86-4FDF-4C6DE77EB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3EE6F-0190-1BCC-C8AE-B705B287A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EB6E96-2B08-FC88-6DE2-FA6411501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5C879-FF20-4922-ABBF-733024E32889}" type="datetimeFigureOut">
              <a:rPr lang="de-AT" smtClean="0"/>
              <a:t>05.11.2025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35543D-B692-005A-1C97-7E80D6AE9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C28D26-BFD1-7882-5B50-A0D15367B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70446-99A4-48B2-B448-8E7F59F103F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566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3ABC4-79CE-4ED6-306E-9AD93589B9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Open Search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6A7642-8A36-E3F5-5A25-F30C4E6CF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 err="1"/>
              <a:t>Indooro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70425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Open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Burger 1113</dc:creator>
  <cp:lastModifiedBy>Burger 1113</cp:lastModifiedBy>
  <cp:revision>1</cp:revision>
  <dcterms:created xsi:type="dcterms:W3CDTF">2025-11-05T07:10:15Z</dcterms:created>
  <dcterms:modified xsi:type="dcterms:W3CDTF">2025-11-05T07:17:12Z</dcterms:modified>
</cp:coreProperties>
</file>