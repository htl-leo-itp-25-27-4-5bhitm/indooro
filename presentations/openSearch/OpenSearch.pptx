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6" r:id="rId5"/>
    <p:sldId id="277" r:id="rId6"/>
    <p:sldId id="278" r:id="rId7"/>
    <p:sldId id="280" r:id="rId8"/>
    <p:sldId id="281" r:id="rId9"/>
    <p:sldId id="279" r:id="rId10"/>
    <p:sldId id="282" r:id="rId11"/>
    <p:sldId id="283" r:id="rId12"/>
    <p:sldId id="276" r:id="rId13"/>
    <p:sldId id="257" r:id="rId14"/>
    <p:sldId id="258" r:id="rId15"/>
    <p:sldId id="272" r:id="rId16"/>
    <p:sldId id="273" r:id="rId17"/>
    <p:sldId id="274" r:id="rId18"/>
    <p:sldId id="275" r:id="rId19"/>
    <p:sldId id="262" r:id="rId20"/>
    <p:sldId id="265" r:id="rId21"/>
    <p:sldId id="269" r:id="rId22"/>
    <p:sldId id="264" r:id="rId23"/>
    <p:sldId id="263" r:id="rId24"/>
    <p:sldId id="270" r:id="rId25"/>
    <p:sldId id="259" r:id="rId26"/>
    <p:sldId id="260" r:id="rId27"/>
    <p:sldId id="261" r:id="rId28"/>
    <p:sldId id="266" r:id="rId29"/>
    <p:sldId id="271" r:id="rId30"/>
  </p:sldIdLst>
  <p:sldSz cx="12192000" cy="6858000"/>
  <p:notesSz cx="6858000" cy="9144000"/>
  <p:defaultTextStyle>
    <a:defPPr>
      <a:defRPr lang="en-US"/>
    </a:defPPr>
    <a:lvl1pPr marL="0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49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97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46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97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746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94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043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92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FF33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8" autoAdjust="0"/>
    <p:restoredTop sz="90704" autoAdjust="0"/>
  </p:normalViewPr>
  <p:slideViewPr>
    <p:cSldViewPr snapToGrid="0">
      <p:cViewPr varScale="1">
        <p:scale>
          <a:sx n="82" d="100"/>
          <a:sy n="82" d="100"/>
        </p:scale>
        <p:origin x="7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D8915E-DC14-41D6-9BB5-F49E1C265163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E81FEC-2664-411F-AEB3-065F29F52751}">
      <dgm:prSet custT="1"/>
      <dgm:spPr>
        <a:noFill/>
        <a:ln>
          <a:solidFill>
            <a:schemeClr val="accent2">
              <a:alpha val="90000"/>
            </a:schemeClr>
          </a:solidFill>
        </a:ln>
      </dgm:spPr>
      <dgm:t>
        <a:bodyPr lIns="182880" tIns="182880" rIns="182880" bIns="182880"/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Tenorite"/>
              <a:ea typeface="+mn-ea"/>
              <a:cs typeface="+mn-cs"/>
            </a:rPr>
            <a:t>Deploy strategic networks with compelling e-business needs</a:t>
          </a:r>
        </a:p>
      </dgm:t>
    </dgm:pt>
    <dgm:pt modelId="{BCBC007E-0269-421B-9C41-DE26D5C3A822}" type="parTrans" cxnId="{711E093C-AD42-45A4-8D40-A2D39702062E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0230EB7-7230-4881-A631-309C07417378}" type="sibTrans" cxnId="{711E093C-AD42-45A4-8D40-A2D39702062E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73D947E0-108F-4D20-A71E-3CF329F97212}">
      <dgm:prSet phldr="0" custT="1"/>
      <dgm:spPr>
        <a:noFill/>
        <a:ln>
          <a:solidFill>
            <a:schemeClr val="accent2"/>
          </a:solidFill>
        </a:ln>
      </dgm:spPr>
      <dgm:t>
        <a:bodyPr/>
        <a:lstStyle/>
        <a:p>
          <a:pPr marL="0" indent="0" algn="ctr" defTabSz="914400" rtl="0" eaLnBrk="1" latinLnBrk="0" hangingPunct="1">
            <a:lnSpc>
              <a:spcPct val="90000"/>
            </a:lnSpc>
            <a:spcBef>
              <a:spcPts val="1000"/>
            </a:spcBef>
            <a:buFont typeface="Arial" panose="020B0604020202020204" pitchFamily="34" charset="0"/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+mj-lt"/>
              <a:ea typeface="+mj-ea"/>
              <a:cs typeface="+mj-cs"/>
            </a:rPr>
            <a:t>PLANNING</a:t>
          </a:r>
        </a:p>
      </dgm:t>
    </dgm:pt>
    <dgm:pt modelId="{9D249532-A24D-4D8F-848A-9F42F2E486C9}" type="parTrans" cxnId="{A0077D09-C12C-46D0-8DF7-194B691136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E813459-65AB-4FA9-B717-330DDA6DFA4E}" type="sibTrans" cxnId="{A0077D09-C12C-46D0-8DF7-194B691136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30A490C8-22B4-4D68-875C-0F0DE2FF864D}">
      <dgm:prSet phldr="0" custT="1"/>
      <dgm:spPr>
        <a:noFill/>
        <a:ln>
          <a:solidFill>
            <a:schemeClr val="accent2">
              <a:alpha val="90000"/>
            </a:schemeClr>
          </a:solidFill>
        </a:ln>
      </dgm:spPr>
      <dgm:t>
        <a:bodyPr/>
        <a:lstStyle/>
        <a:p>
          <a:pPr marL="0">
            <a:lnSpc>
              <a:spcPct val="100000"/>
            </a:lnSpc>
          </a:pPr>
          <a:r>
            <a:rPr lang="en-US" sz="1400" spc="50" baseline="0" dirty="0">
              <a:solidFill>
                <a:schemeClr val="bg2"/>
              </a:solidFill>
              <a:latin typeface="+mn-lt"/>
            </a:rPr>
            <a:t>Synergize scalable e-commerce</a:t>
          </a:r>
        </a:p>
      </dgm:t>
    </dgm:pt>
    <dgm:pt modelId="{035C64B0-4F0C-4FD1-BD23-B1D4C9887CBE}" type="parTrans" cxnId="{381FE1CC-8184-4745-8EB3-6DE11655998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5495DA8-8707-41E3-A12B-FA5766269C44}" type="sibTrans" cxnId="{381FE1CC-8184-4745-8EB3-6DE11655998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1AFA1AF-0FF8-45B3-A6D0-0E255A2F637D}">
      <dgm:prSet phldr="0" custT="1"/>
      <dgm:spPr>
        <a:noFill/>
        <a:ln>
          <a:solidFill>
            <a:schemeClr val="accent2"/>
          </a:solidFill>
        </a:ln>
      </dgm:spPr>
      <dgm:t>
        <a:bodyPr/>
        <a:lstStyle/>
        <a:p>
          <a:pPr marL="0"/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MARKETING</a:t>
          </a:r>
        </a:p>
      </dgm:t>
    </dgm:pt>
    <dgm:pt modelId="{10C68AF5-481C-45AA-A216-8BBBB04515B9}" type="parTrans" cxnId="{F28D7702-2FC3-49BD-BB13-C989E5EE62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8649F7A-400B-4056-965D-C9AC0B3AD942}" type="sibTrans" cxnId="{F28D7702-2FC3-49BD-BB13-C989E5EE62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0418D2B-9486-42DE-AFDD-1D31420040FF}">
      <dgm:prSet phldr="0" custT="1"/>
      <dgm:spPr>
        <a:noFill/>
        <a:ln>
          <a:solidFill>
            <a:schemeClr val="accent2">
              <a:alpha val="90000"/>
            </a:schemeClr>
          </a:solidFill>
        </a:ln>
      </dgm:spPr>
      <dgm:t>
        <a:bodyPr/>
        <a:lstStyle/>
        <a:p>
          <a:pPr marL="0">
            <a:lnSpc>
              <a:spcPct val="100000"/>
            </a:lnSpc>
          </a:pPr>
          <a:r>
            <a:rPr lang="en-US" sz="1400" spc="50" baseline="0" dirty="0">
              <a:solidFill>
                <a:schemeClr val="bg2"/>
              </a:solidFill>
              <a:latin typeface="+mn-lt"/>
            </a:rPr>
            <a:t>Disseminate standardized metrics</a:t>
          </a:r>
        </a:p>
      </dgm:t>
    </dgm:pt>
    <dgm:pt modelId="{D5A17F6B-93F5-442B-938A-0F38C281BE88}" type="parTrans" cxnId="{5A5BA622-5DEB-48B9-88D9-C1DE36C711E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D87A0A5-8024-4710-846B-D5BFAC785107}" type="sibTrans" cxnId="{5A5BA622-5DEB-48B9-88D9-C1DE36C711E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E9682B4F-0217-4B50-923E-C104AA24290F}">
      <dgm:prSet phldr="0" custT="1"/>
      <dgm:spPr>
        <a:noFill/>
        <a:ln>
          <a:solidFill>
            <a:schemeClr val="accent2"/>
          </a:solidFill>
        </a:ln>
      </dgm:spPr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DESIGN</a:t>
          </a:r>
        </a:p>
      </dgm:t>
    </dgm:pt>
    <dgm:pt modelId="{E0F6C4AF-9BBB-4698-91D7-F9AE3EACBD5D}" type="parTrans" cxnId="{6C23D0C9-74B2-4C8B-AB2F-A03B3B0EBE56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8632E42-D7EB-4C31-877E-6F1B2801851A}" type="sibTrans" cxnId="{6C23D0C9-74B2-4C8B-AB2F-A03B3B0EBE56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0EC0C300-11E4-45CF-8418-973585107209}">
      <dgm:prSet phldr="0" custT="1"/>
      <dgm:spPr>
        <a:noFill/>
        <a:ln>
          <a:solidFill>
            <a:schemeClr val="accent2">
              <a:alpha val="90000"/>
            </a:schemeClr>
          </a:solidFill>
        </a:ln>
      </dgm:spPr>
      <dgm:t>
        <a:bodyPr/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Tenorite"/>
              <a:ea typeface="+mn-ea"/>
              <a:cs typeface="+mn-cs"/>
            </a:rPr>
            <a:t>Coordinate e-business applications</a:t>
          </a:r>
        </a:p>
      </dgm:t>
    </dgm:pt>
    <dgm:pt modelId="{1E4DD98E-100E-46B7-B24A-408BBF69E9FA}" type="parTrans" cxnId="{51563A4F-C0EB-47D6-B5BC-47A4E599AD4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90FAB5D1-62B3-4FF6-A07D-EE607F529C32}" type="sibTrans" cxnId="{51563A4F-C0EB-47D6-B5BC-47A4E599AD4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EB4A941-E9FA-4A86-A673-85FF34B35F20}">
      <dgm:prSet phldr="0" custT="1"/>
      <dgm:spPr>
        <a:noFill/>
        <a:ln>
          <a:solidFill>
            <a:schemeClr val="accent2">
              <a:alpha val="90000"/>
            </a:schemeClr>
          </a:solidFill>
        </a:ln>
      </dgm:spPr>
      <dgm:t>
        <a:bodyPr/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Tenorite"/>
              <a:ea typeface="+mn-ea"/>
              <a:cs typeface="+mn-cs"/>
            </a:rPr>
            <a:t>Foster holistically superior methodologies</a:t>
          </a:r>
        </a:p>
      </dgm:t>
    </dgm:pt>
    <dgm:pt modelId="{39522508-BC4E-4DD5-A744-AFEFFE36DB74}" type="parTrans" cxnId="{F942F56C-9025-4AA1-9B36-C5AE0A93B0F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97624CC8-6315-4683-B26C-C30D552DA5A6}" type="sibTrans" cxnId="{F942F56C-9025-4AA1-9B36-C5AE0A93B0F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2322D3A-7AC2-4C5C-9D7E-EAB2313D47D4}">
      <dgm:prSet phldr="0" custT="1"/>
      <dgm:spPr>
        <a:noFill/>
        <a:ln>
          <a:solidFill>
            <a:schemeClr val="accent2"/>
          </a:solidFill>
        </a:ln>
      </dgm:spPr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LAUNCH</a:t>
          </a:r>
        </a:p>
      </dgm:t>
    </dgm:pt>
    <dgm:pt modelId="{4A8C15D4-B36F-4764-B4FF-F2AF790D3E17}" type="parTrans" cxnId="{179FAFCF-F878-464E-A8A6-1185EFA0E38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4DE1C3A-3FC7-4DB3-88ED-33F65A71557A}" type="sibTrans" cxnId="{179FAFCF-F878-464E-A8A6-1185EFA0E38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F85505A-81B6-4FDA-A144-900B71DAD946}">
      <dgm:prSet phldr="0" custT="1"/>
      <dgm:spPr>
        <a:noFill/>
        <a:ln>
          <a:solidFill>
            <a:schemeClr val="accent2"/>
          </a:solidFill>
        </a:ln>
      </dgm:spPr>
      <dgm:t>
        <a:bodyPr/>
        <a:lstStyle/>
        <a:p>
          <a:pPr marL="0"/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STRATEGY</a:t>
          </a:r>
        </a:p>
      </dgm:t>
    </dgm:pt>
    <dgm:pt modelId="{D9A96E25-7BBE-4DDD-8DDE-B4970D4340A8}" type="parTrans" cxnId="{2D633B56-E147-4EFC-B9EE-6C0413F329B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8F74A88-49DC-44B1-BC0D-220A7B97601C}" type="sibTrans" cxnId="{2D633B56-E147-4EFC-B9EE-6C0413F329B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E4B4F7C4-5024-45F0-9FD7-C5068A1AE6C4}" type="pres">
      <dgm:prSet presAssocID="{0DD8915E-DC14-41D6-9BB5-F49E1C265163}" presName="Name0" presStyleCnt="0">
        <dgm:presLayoutVars>
          <dgm:dir/>
          <dgm:animLvl val="lvl"/>
          <dgm:resizeHandles val="exact"/>
        </dgm:presLayoutVars>
      </dgm:prSet>
      <dgm:spPr/>
    </dgm:pt>
    <dgm:pt modelId="{473E2436-1BC1-4A6C-8568-5C38418F52D1}" type="pres">
      <dgm:prSet presAssocID="{73D947E0-108F-4D20-A71E-3CF329F97212}" presName="composite" presStyleCnt="0"/>
      <dgm:spPr/>
    </dgm:pt>
    <dgm:pt modelId="{BDBD7220-3F85-45D2-BED6-5BBFBC23EAE3}" type="pres">
      <dgm:prSet presAssocID="{73D947E0-108F-4D20-A71E-3CF329F97212}" presName="parTx" presStyleLbl="alignNode1" presStyleIdx="0" presStyleCnt="5">
        <dgm:presLayoutVars>
          <dgm:chMax val="0"/>
          <dgm:chPref val="0"/>
        </dgm:presLayoutVars>
      </dgm:prSet>
      <dgm:spPr/>
    </dgm:pt>
    <dgm:pt modelId="{22359DD7-1BFB-4900-BAE6-6084F2F57988}" type="pres">
      <dgm:prSet presAssocID="{73D947E0-108F-4D20-A71E-3CF329F97212}" presName="desTx" presStyleLbl="alignAccFollowNode1" presStyleIdx="0" presStyleCnt="5">
        <dgm:presLayoutVars/>
      </dgm:prSet>
      <dgm:spPr/>
    </dgm:pt>
    <dgm:pt modelId="{38C65349-0C40-499F-9765-B6F38C2DC3C3}" type="pres">
      <dgm:prSet presAssocID="{AE813459-65AB-4FA9-B717-330DDA6DFA4E}" presName="space" presStyleCnt="0"/>
      <dgm:spPr/>
    </dgm:pt>
    <dgm:pt modelId="{C6650FDC-3601-45F5-9125-6E3F90A53F8A}" type="pres">
      <dgm:prSet presAssocID="{B1AFA1AF-0FF8-45B3-A6D0-0E255A2F637D}" presName="composite" presStyleCnt="0"/>
      <dgm:spPr/>
    </dgm:pt>
    <dgm:pt modelId="{C4F84DEA-2002-4D32-8E80-70EEE05E345A}" type="pres">
      <dgm:prSet presAssocID="{B1AFA1AF-0FF8-45B3-A6D0-0E255A2F637D}" presName="parTx" presStyleLbl="alignNode1" presStyleIdx="1" presStyleCnt="5">
        <dgm:presLayoutVars>
          <dgm:chMax val="0"/>
          <dgm:chPref val="0"/>
        </dgm:presLayoutVars>
      </dgm:prSet>
      <dgm:spPr/>
    </dgm:pt>
    <dgm:pt modelId="{4FEB85EB-D046-4CDB-8A62-BBCE260C4490}" type="pres">
      <dgm:prSet presAssocID="{B1AFA1AF-0FF8-45B3-A6D0-0E255A2F637D}" presName="desTx" presStyleLbl="alignAccFollowNode1" presStyleIdx="1" presStyleCnt="5">
        <dgm:presLayoutVars/>
      </dgm:prSet>
      <dgm:spPr/>
    </dgm:pt>
    <dgm:pt modelId="{40F59683-723F-44D1-8379-95635EED1AA8}" type="pres">
      <dgm:prSet presAssocID="{88649F7A-400B-4056-965D-C9AC0B3AD942}" presName="space" presStyleCnt="0"/>
      <dgm:spPr/>
    </dgm:pt>
    <dgm:pt modelId="{BB2E4F65-C461-40C3-BC82-6A29AA851F44}" type="pres">
      <dgm:prSet presAssocID="{E9682B4F-0217-4B50-923E-C104AA24290F}" presName="composite" presStyleCnt="0"/>
      <dgm:spPr/>
    </dgm:pt>
    <dgm:pt modelId="{49B7F8FA-D256-41EF-9327-52A3551D9A60}" type="pres">
      <dgm:prSet presAssocID="{E9682B4F-0217-4B50-923E-C104AA24290F}" presName="parTx" presStyleLbl="alignNode1" presStyleIdx="2" presStyleCnt="5">
        <dgm:presLayoutVars>
          <dgm:chMax val="0"/>
          <dgm:chPref val="0"/>
        </dgm:presLayoutVars>
      </dgm:prSet>
      <dgm:spPr/>
    </dgm:pt>
    <dgm:pt modelId="{6B5FE59C-B471-448A-AA7A-B526DCC4D4CA}" type="pres">
      <dgm:prSet presAssocID="{E9682B4F-0217-4B50-923E-C104AA24290F}" presName="desTx" presStyleLbl="alignAccFollowNode1" presStyleIdx="2" presStyleCnt="5">
        <dgm:presLayoutVars/>
      </dgm:prSet>
      <dgm:spPr/>
    </dgm:pt>
    <dgm:pt modelId="{A91542D9-4FB3-4302-AD03-3D6EF82E6748}" type="pres">
      <dgm:prSet presAssocID="{B8632E42-D7EB-4C31-877E-6F1B2801851A}" presName="space" presStyleCnt="0"/>
      <dgm:spPr/>
    </dgm:pt>
    <dgm:pt modelId="{1A7C3045-2DAF-4A19-82DB-79436B2E4575}" type="pres">
      <dgm:prSet presAssocID="{4F85505A-81B6-4FDA-A144-900B71DAD946}" presName="composite" presStyleCnt="0"/>
      <dgm:spPr/>
    </dgm:pt>
    <dgm:pt modelId="{4132ECB1-6BEF-4935-AFA3-B2EAA48FDE7E}" type="pres">
      <dgm:prSet presAssocID="{4F85505A-81B6-4FDA-A144-900B71DAD946}" presName="parTx" presStyleLbl="alignNode1" presStyleIdx="3" presStyleCnt="5">
        <dgm:presLayoutVars>
          <dgm:chMax val="0"/>
          <dgm:chPref val="0"/>
        </dgm:presLayoutVars>
      </dgm:prSet>
      <dgm:spPr/>
    </dgm:pt>
    <dgm:pt modelId="{C42A8BDE-B838-475D-AFDE-17B60D744AB6}" type="pres">
      <dgm:prSet presAssocID="{4F85505A-81B6-4FDA-A144-900B71DAD946}" presName="desTx" presStyleLbl="alignAccFollowNode1" presStyleIdx="3" presStyleCnt="5">
        <dgm:presLayoutVars/>
      </dgm:prSet>
      <dgm:spPr/>
    </dgm:pt>
    <dgm:pt modelId="{D0DC94A3-770A-4810-A89A-7DB7918862F6}" type="pres">
      <dgm:prSet presAssocID="{68F74A88-49DC-44B1-BC0D-220A7B97601C}" presName="space" presStyleCnt="0"/>
      <dgm:spPr/>
    </dgm:pt>
    <dgm:pt modelId="{647B2244-AC3A-441A-A6FB-6136FA04F429}" type="pres">
      <dgm:prSet presAssocID="{A2322D3A-7AC2-4C5C-9D7E-EAB2313D47D4}" presName="composite" presStyleCnt="0"/>
      <dgm:spPr/>
    </dgm:pt>
    <dgm:pt modelId="{59606EB9-9F10-4D12-A33F-A242FDCC0D0F}" type="pres">
      <dgm:prSet presAssocID="{A2322D3A-7AC2-4C5C-9D7E-EAB2313D47D4}" presName="parTx" presStyleLbl="alignNode1" presStyleIdx="4" presStyleCnt="5">
        <dgm:presLayoutVars>
          <dgm:chMax val="0"/>
          <dgm:chPref val="0"/>
        </dgm:presLayoutVars>
      </dgm:prSet>
      <dgm:spPr/>
    </dgm:pt>
    <dgm:pt modelId="{C8429E68-36DD-4F6A-A2F4-7CCDADCEFAD1}" type="pres">
      <dgm:prSet presAssocID="{A2322D3A-7AC2-4C5C-9D7E-EAB2313D47D4}" presName="desTx" presStyleLbl="alignAccFollowNode1" presStyleIdx="4" presStyleCnt="5">
        <dgm:presLayoutVars/>
      </dgm:prSet>
      <dgm:spPr/>
    </dgm:pt>
  </dgm:ptLst>
  <dgm:cxnLst>
    <dgm:cxn modelId="{F28D7702-2FC3-49BD-BB13-C989E5EE622A}" srcId="{0DD8915E-DC14-41D6-9BB5-F49E1C265163}" destId="{B1AFA1AF-0FF8-45B3-A6D0-0E255A2F637D}" srcOrd="1" destOrd="0" parTransId="{10C68AF5-481C-45AA-A216-8BBBB04515B9}" sibTransId="{88649F7A-400B-4056-965D-C9AC0B3AD942}"/>
    <dgm:cxn modelId="{31826907-E438-4A1B-A800-F181C547104F}" type="presOf" srcId="{30A490C8-22B4-4D68-875C-0F0DE2FF864D}" destId="{22359DD7-1BFB-4900-BAE6-6084F2F57988}" srcOrd="0" destOrd="0" presId="urn:microsoft.com/office/officeart/2016/7/layout/HorizontalActionList"/>
    <dgm:cxn modelId="{A0077D09-C12C-46D0-8DF7-194B6911362A}" srcId="{0DD8915E-DC14-41D6-9BB5-F49E1C265163}" destId="{73D947E0-108F-4D20-A71E-3CF329F97212}" srcOrd="0" destOrd="0" parTransId="{9D249532-A24D-4D8F-848A-9F42F2E486C9}" sibTransId="{AE813459-65AB-4FA9-B717-330DDA6DFA4E}"/>
    <dgm:cxn modelId="{5A5BA622-5DEB-48B9-88D9-C1DE36C711E5}" srcId="{B1AFA1AF-0FF8-45B3-A6D0-0E255A2F637D}" destId="{50418D2B-9486-42DE-AFDD-1D31420040FF}" srcOrd="0" destOrd="0" parTransId="{D5A17F6B-93F5-442B-938A-0F38C281BE88}" sibTransId="{1D87A0A5-8024-4710-846B-D5BFAC785107}"/>
    <dgm:cxn modelId="{711E093C-AD42-45A4-8D40-A2D39702062E}" srcId="{A2322D3A-7AC2-4C5C-9D7E-EAB2313D47D4}" destId="{8FE81FEC-2664-411F-AEB3-065F29F52751}" srcOrd="0" destOrd="0" parTransId="{BCBC007E-0269-421B-9C41-DE26D5C3A822}" sibTransId="{80230EB7-7230-4881-A631-309C07417378}"/>
    <dgm:cxn modelId="{77A55366-077C-403B-A9E1-B9C6B5CA3288}" type="presOf" srcId="{73D947E0-108F-4D20-A71E-3CF329F97212}" destId="{BDBD7220-3F85-45D2-BED6-5BBFBC23EAE3}" srcOrd="0" destOrd="0" presId="urn:microsoft.com/office/officeart/2016/7/layout/HorizontalActionList"/>
    <dgm:cxn modelId="{F942F56C-9025-4AA1-9B36-C5AE0A93B0F5}" srcId="{4F85505A-81B6-4FDA-A144-900B71DAD946}" destId="{FEB4A941-E9FA-4A86-A673-85FF34B35F20}" srcOrd="0" destOrd="0" parTransId="{39522508-BC4E-4DD5-A744-AFEFFE36DB74}" sibTransId="{97624CC8-6315-4683-B26C-C30D552DA5A6}"/>
    <dgm:cxn modelId="{B7F6ED6E-855A-4A7B-AE18-3BD04546002C}" type="presOf" srcId="{B1AFA1AF-0FF8-45B3-A6D0-0E255A2F637D}" destId="{C4F84DEA-2002-4D32-8E80-70EEE05E345A}" srcOrd="0" destOrd="0" presId="urn:microsoft.com/office/officeart/2016/7/layout/HorizontalActionList"/>
    <dgm:cxn modelId="{51563A4F-C0EB-47D6-B5BC-47A4E599AD4B}" srcId="{E9682B4F-0217-4B50-923E-C104AA24290F}" destId="{0EC0C300-11E4-45CF-8418-973585107209}" srcOrd="0" destOrd="0" parTransId="{1E4DD98E-100E-46B7-B24A-408BBF69E9FA}" sibTransId="{90FAB5D1-62B3-4FF6-A07D-EE607F529C32}"/>
    <dgm:cxn modelId="{6291F24F-B536-4688-99BC-6A4CB5E15E15}" type="presOf" srcId="{4F85505A-81B6-4FDA-A144-900B71DAD946}" destId="{4132ECB1-6BEF-4935-AFA3-B2EAA48FDE7E}" srcOrd="0" destOrd="0" presId="urn:microsoft.com/office/officeart/2016/7/layout/HorizontalActionList"/>
    <dgm:cxn modelId="{2D633B56-E147-4EFC-B9EE-6C0413F329B0}" srcId="{0DD8915E-DC14-41D6-9BB5-F49E1C265163}" destId="{4F85505A-81B6-4FDA-A144-900B71DAD946}" srcOrd="3" destOrd="0" parTransId="{D9A96E25-7BBE-4DDD-8DDE-B4970D4340A8}" sibTransId="{68F74A88-49DC-44B1-BC0D-220A7B97601C}"/>
    <dgm:cxn modelId="{110097B3-0B24-42EE-9C79-845C028B379B}" type="presOf" srcId="{E9682B4F-0217-4B50-923E-C104AA24290F}" destId="{49B7F8FA-D256-41EF-9327-52A3551D9A60}" srcOrd="0" destOrd="0" presId="urn:microsoft.com/office/officeart/2016/7/layout/HorizontalActionList"/>
    <dgm:cxn modelId="{C54EA6C2-0E6B-42D8-9A4A-4456127A91A8}" type="presOf" srcId="{A2322D3A-7AC2-4C5C-9D7E-EAB2313D47D4}" destId="{59606EB9-9F10-4D12-A33F-A242FDCC0D0F}" srcOrd="0" destOrd="0" presId="urn:microsoft.com/office/officeart/2016/7/layout/HorizontalActionList"/>
    <dgm:cxn modelId="{E339F9C8-AD35-4E33-9434-788C81500EB2}" type="presOf" srcId="{8FE81FEC-2664-411F-AEB3-065F29F52751}" destId="{C8429E68-36DD-4F6A-A2F4-7CCDADCEFAD1}" srcOrd="0" destOrd="0" presId="urn:microsoft.com/office/officeart/2016/7/layout/HorizontalActionList"/>
    <dgm:cxn modelId="{6C23D0C9-74B2-4C8B-AB2F-A03B3B0EBE56}" srcId="{0DD8915E-DC14-41D6-9BB5-F49E1C265163}" destId="{E9682B4F-0217-4B50-923E-C104AA24290F}" srcOrd="2" destOrd="0" parTransId="{E0F6C4AF-9BBB-4698-91D7-F9AE3EACBD5D}" sibTransId="{B8632E42-D7EB-4C31-877E-6F1B2801851A}"/>
    <dgm:cxn modelId="{381FE1CC-8184-4745-8EB3-6DE11655998D}" srcId="{73D947E0-108F-4D20-A71E-3CF329F97212}" destId="{30A490C8-22B4-4D68-875C-0F0DE2FF864D}" srcOrd="0" destOrd="0" parTransId="{035C64B0-4F0C-4FD1-BD23-B1D4C9887CBE}" sibTransId="{45495DA8-8707-41E3-A12B-FA5766269C44}"/>
    <dgm:cxn modelId="{179FAFCF-F878-464E-A8A6-1185EFA0E380}" srcId="{0DD8915E-DC14-41D6-9BB5-F49E1C265163}" destId="{A2322D3A-7AC2-4C5C-9D7E-EAB2313D47D4}" srcOrd="4" destOrd="0" parTransId="{4A8C15D4-B36F-4764-B4FF-F2AF790D3E17}" sibTransId="{84DE1C3A-3FC7-4DB3-88ED-33F65A71557A}"/>
    <dgm:cxn modelId="{8CB96BD1-8B01-481A-B525-C5C507C9951C}" type="presOf" srcId="{0EC0C300-11E4-45CF-8418-973585107209}" destId="{6B5FE59C-B471-448A-AA7A-B526DCC4D4CA}" srcOrd="0" destOrd="0" presId="urn:microsoft.com/office/officeart/2016/7/layout/HorizontalActionList"/>
    <dgm:cxn modelId="{36A4EED2-16DE-4F21-9B57-BD053CD7ED3D}" type="presOf" srcId="{FEB4A941-E9FA-4A86-A673-85FF34B35F20}" destId="{C42A8BDE-B838-475D-AFDE-17B60D744AB6}" srcOrd="0" destOrd="0" presId="urn:microsoft.com/office/officeart/2016/7/layout/HorizontalActionList"/>
    <dgm:cxn modelId="{BF1349D4-34AE-476D-8D7B-F3ABAB74304F}" type="presOf" srcId="{50418D2B-9486-42DE-AFDD-1D31420040FF}" destId="{4FEB85EB-D046-4CDB-8A62-BBCE260C4490}" srcOrd="0" destOrd="0" presId="urn:microsoft.com/office/officeart/2016/7/layout/HorizontalActionList"/>
    <dgm:cxn modelId="{825BC9D8-F515-4FBF-8CF8-23CD32968E1D}" type="presOf" srcId="{0DD8915E-DC14-41D6-9BB5-F49E1C265163}" destId="{E4B4F7C4-5024-45F0-9FD7-C5068A1AE6C4}" srcOrd="0" destOrd="0" presId="urn:microsoft.com/office/officeart/2016/7/layout/HorizontalActionList"/>
    <dgm:cxn modelId="{E9D2B9D9-3B26-471C-AF45-E02D1C258CD3}" type="presParOf" srcId="{E4B4F7C4-5024-45F0-9FD7-C5068A1AE6C4}" destId="{473E2436-1BC1-4A6C-8568-5C38418F52D1}" srcOrd="0" destOrd="0" presId="urn:microsoft.com/office/officeart/2016/7/layout/HorizontalActionList"/>
    <dgm:cxn modelId="{A151C920-5872-4C88-8534-922E9C800B9B}" type="presParOf" srcId="{473E2436-1BC1-4A6C-8568-5C38418F52D1}" destId="{BDBD7220-3F85-45D2-BED6-5BBFBC23EAE3}" srcOrd="0" destOrd="0" presId="urn:microsoft.com/office/officeart/2016/7/layout/HorizontalActionList"/>
    <dgm:cxn modelId="{45373909-AB37-4D9A-936C-DC8447BC111D}" type="presParOf" srcId="{473E2436-1BC1-4A6C-8568-5C38418F52D1}" destId="{22359DD7-1BFB-4900-BAE6-6084F2F57988}" srcOrd="1" destOrd="0" presId="urn:microsoft.com/office/officeart/2016/7/layout/HorizontalActionList"/>
    <dgm:cxn modelId="{CFC7E7C1-85BC-47FC-BC11-D0BACA8440B9}" type="presParOf" srcId="{E4B4F7C4-5024-45F0-9FD7-C5068A1AE6C4}" destId="{38C65349-0C40-499F-9765-B6F38C2DC3C3}" srcOrd="1" destOrd="0" presId="urn:microsoft.com/office/officeart/2016/7/layout/HorizontalActionList"/>
    <dgm:cxn modelId="{86FF1107-69E9-4310-A0D8-2BF61292A72B}" type="presParOf" srcId="{E4B4F7C4-5024-45F0-9FD7-C5068A1AE6C4}" destId="{C6650FDC-3601-45F5-9125-6E3F90A53F8A}" srcOrd="2" destOrd="0" presId="urn:microsoft.com/office/officeart/2016/7/layout/HorizontalActionList"/>
    <dgm:cxn modelId="{1C7F1C64-2F3D-4695-A56C-92B1B848B0C2}" type="presParOf" srcId="{C6650FDC-3601-45F5-9125-6E3F90A53F8A}" destId="{C4F84DEA-2002-4D32-8E80-70EEE05E345A}" srcOrd="0" destOrd="0" presId="urn:microsoft.com/office/officeart/2016/7/layout/HorizontalActionList"/>
    <dgm:cxn modelId="{DC59A3FF-666D-48A7-B3BE-98A9F829402D}" type="presParOf" srcId="{C6650FDC-3601-45F5-9125-6E3F90A53F8A}" destId="{4FEB85EB-D046-4CDB-8A62-BBCE260C4490}" srcOrd="1" destOrd="0" presId="urn:microsoft.com/office/officeart/2016/7/layout/HorizontalActionList"/>
    <dgm:cxn modelId="{AAE65B9C-F662-4FAA-8FDB-82E7FB86BB24}" type="presParOf" srcId="{E4B4F7C4-5024-45F0-9FD7-C5068A1AE6C4}" destId="{40F59683-723F-44D1-8379-95635EED1AA8}" srcOrd="3" destOrd="0" presId="urn:microsoft.com/office/officeart/2016/7/layout/HorizontalActionList"/>
    <dgm:cxn modelId="{F5BE37E3-59D0-4D56-B08C-9B1D93695802}" type="presParOf" srcId="{E4B4F7C4-5024-45F0-9FD7-C5068A1AE6C4}" destId="{BB2E4F65-C461-40C3-BC82-6A29AA851F44}" srcOrd="4" destOrd="0" presId="urn:microsoft.com/office/officeart/2016/7/layout/HorizontalActionList"/>
    <dgm:cxn modelId="{1FC3B8DB-8632-4AA8-99E5-4F0C12504130}" type="presParOf" srcId="{BB2E4F65-C461-40C3-BC82-6A29AA851F44}" destId="{49B7F8FA-D256-41EF-9327-52A3551D9A60}" srcOrd="0" destOrd="0" presId="urn:microsoft.com/office/officeart/2016/7/layout/HorizontalActionList"/>
    <dgm:cxn modelId="{03A1CBF9-FFCE-4B8C-9850-8B297556CCF4}" type="presParOf" srcId="{BB2E4F65-C461-40C3-BC82-6A29AA851F44}" destId="{6B5FE59C-B471-448A-AA7A-B526DCC4D4CA}" srcOrd="1" destOrd="0" presId="urn:microsoft.com/office/officeart/2016/7/layout/HorizontalActionList"/>
    <dgm:cxn modelId="{BAB9C1C4-8A05-4AE7-B42E-55875981524E}" type="presParOf" srcId="{E4B4F7C4-5024-45F0-9FD7-C5068A1AE6C4}" destId="{A91542D9-4FB3-4302-AD03-3D6EF82E6748}" srcOrd="5" destOrd="0" presId="urn:microsoft.com/office/officeart/2016/7/layout/HorizontalActionList"/>
    <dgm:cxn modelId="{F7DEAAC8-FCAD-4F6B-92BD-91B8342F3277}" type="presParOf" srcId="{E4B4F7C4-5024-45F0-9FD7-C5068A1AE6C4}" destId="{1A7C3045-2DAF-4A19-82DB-79436B2E4575}" srcOrd="6" destOrd="0" presId="urn:microsoft.com/office/officeart/2016/7/layout/HorizontalActionList"/>
    <dgm:cxn modelId="{13555CA3-20BE-41F8-BD09-0BA8CEE1C702}" type="presParOf" srcId="{1A7C3045-2DAF-4A19-82DB-79436B2E4575}" destId="{4132ECB1-6BEF-4935-AFA3-B2EAA48FDE7E}" srcOrd="0" destOrd="0" presId="urn:microsoft.com/office/officeart/2016/7/layout/HorizontalActionList"/>
    <dgm:cxn modelId="{0848E8B2-6BD5-4CB6-B7E0-F8F1B1F78E2F}" type="presParOf" srcId="{1A7C3045-2DAF-4A19-82DB-79436B2E4575}" destId="{C42A8BDE-B838-475D-AFDE-17B60D744AB6}" srcOrd="1" destOrd="0" presId="urn:microsoft.com/office/officeart/2016/7/layout/HorizontalActionList"/>
    <dgm:cxn modelId="{FD5AD2F1-E5D1-4359-99EB-D3225676DF7F}" type="presParOf" srcId="{E4B4F7C4-5024-45F0-9FD7-C5068A1AE6C4}" destId="{D0DC94A3-770A-4810-A89A-7DB7918862F6}" srcOrd="7" destOrd="0" presId="urn:microsoft.com/office/officeart/2016/7/layout/HorizontalActionList"/>
    <dgm:cxn modelId="{2608DA2F-9259-4A20-98D1-9A5F5780B66F}" type="presParOf" srcId="{E4B4F7C4-5024-45F0-9FD7-C5068A1AE6C4}" destId="{647B2244-AC3A-441A-A6FB-6136FA04F429}" srcOrd="8" destOrd="0" presId="urn:microsoft.com/office/officeart/2016/7/layout/HorizontalActionList"/>
    <dgm:cxn modelId="{F55613FD-292F-4CCF-A44A-E9FC24D70E0E}" type="presParOf" srcId="{647B2244-AC3A-441A-A6FB-6136FA04F429}" destId="{59606EB9-9F10-4D12-A33F-A242FDCC0D0F}" srcOrd="0" destOrd="0" presId="urn:microsoft.com/office/officeart/2016/7/layout/HorizontalActionList"/>
    <dgm:cxn modelId="{7B4FE576-C66F-4D92-B6AC-DA1D068316E4}" type="presParOf" srcId="{647B2244-AC3A-441A-A6FB-6136FA04F429}" destId="{C8429E68-36DD-4F6A-A2F4-7CCDADCEFAD1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D8915E-DC14-41D6-9BB5-F49E1C265163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E81FEC-2664-411F-AEB3-065F29F52751}">
      <dgm:prSet custT="1"/>
      <dgm:spPr>
        <a:noFill/>
        <a:ln>
          <a:solidFill>
            <a:schemeClr val="accent2">
              <a:alpha val="90000"/>
            </a:schemeClr>
          </a:solidFill>
        </a:ln>
      </dgm:spPr>
      <dgm:t>
        <a:bodyPr lIns="182880" tIns="182880" rIns="182880" bIns="182880"/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Tenorite"/>
              <a:ea typeface="+mn-ea"/>
              <a:cs typeface="+mn-cs"/>
            </a:rPr>
            <a:t>Deploy strategic networks with compelling e-business needs</a:t>
          </a:r>
        </a:p>
      </dgm:t>
    </dgm:pt>
    <dgm:pt modelId="{BCBC007E-0269-421B-9C41-DE26D5C3A822}" type="parTrans" cxnId="{711E093C-AD42-45A4-8D40-A2D39702062E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0230EB7-7230-4881-A631-309C07417378}" type="sibTrans" cxnId="{711E093C-AD42-45A4-8D40-A2D39702062E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73D947E0-108F-4D20-A71E-3CF329F97212}">
      <dgm:prSet phldr="0" custT="1"/>
      <dgm:spPr>
        <a:noFill/>
        <a:ln>
          <a:solidFill>
            <a:schemeClr val="accent2"/>
          </a:solidFill>
        </a:ln>
      </dgm:spPr>
      <dgm:t>
        <a:bodyPr/>
        <a:lstStyle/>
        <a:p>
          <a:pPr marL="0" indent="0" algn="ctr" defTabSz="914400" rtl="0" eaLnBrk="1" latinLnBrk="0" hangingPunct="1">
            <a:lnSpc>
              <a:spcPct val="90000"/>
            </a:lnSpc>
            <a:spcBef>
              <a:spcPts val="1000"/>
            </a:spcBef>
            <a:buFont typeface="Arial" panose="020B0604020202020204" pitchFamily="34" charset="0"/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+mj-lt"/>
              <a:ea typeface="+mj-ea"/>
              <a:cs typeface="+mj-cs"/>
            </a:rPr>
            <a:t>PLANNING</a:t>
          </a:r>
        </a:p>
      </dgm:t>
    </dgm:pt>
    <dgm:pt modelId="{9D249532-A24D-4D8F-848A-9F42F2E486C9}" type="parTrans" cxnId="{A0077D09-C12C-46D0-8DF7-194B691136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E813459-65AB-4FA9-B717-330DDA6DFA4E}" type="sibTrans" cxnId="{A0077D09-C12C-46D0-8DF7-194B691136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30A490C8-22B4-4D68-875C-0F0DE2FF864D}">
      <dgm:prSet phldr="0" custT="1"/>
      <dgm:spPr>
        <a:noFill/>
        <a:ln>
          <a:solidFill>
            <a:schemeClr val="accent2">
              <a:alpha val="90000"/>
            </a:schemeClr>
          </a:solidFill>
        </a:ln>
      </dgm:spPr>
      <dgm:t>
        <a:bodyPr/>
        <a:lstStyle/>
        <a:p>
          <a:pPr marL="0">
            <a:lnSpc>
              <a:spcPct val="100000"/>
            </a:lnSpc>
          </a:pPr>
          <a:r>
            <a:rPr lang="en-US" sz="1400" spc="50" baseline="0" dirty="0">
              <a:solidFill>
                <a:schemeClr val="bg2"/>
              </a:solidFill>
              <a:latin typeface="+mn-lt"/>
            </a:rPr>
            <a:t>Synergize scalable e-commerce</a:t>
          </a:r>
        </a:p>
      </dgm:t>
    </dgm:pt>
    <dgm:pt modelId="{035C64B0-4F0C-4FD1-BD23-B1D4C9887CBE}" type="parTrans" cxnId="{381FE1CC-8184-4745-8EB3-6DE11655998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5495DA8-8707-41E3-A12B-FA5766269C44}" type="sibTrans" cxnId="{381FE1CC-8184-4745-8EB3-6DE11655998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1AFA1AF-0FF8-45B3-A6D0-0E255A2F637D}">
      <dgm:prSet phldr="0" custT="1"/>
      <dgm:spPr>
        <a:noFill/>
        <a:ln>
          <a:solidFill>
            <a:schemeClr val="accent2"/>
          </a:solidFill>
        </a:ln>
      </dgm:spPr>
      <dgm:t>
        <a:bodyPr/>
        <a:lstStyle/>
        <a:p>
          <a:pPr marL="0"/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MARKETING</a:t>
          </a:r>
        </a:p>
      </dgm:t>
    </dgm:pt>
    <dgm:pt modelId="{10C68AF5-481C-45AA-A216-8BBBB04515B9}" type="parTrans" cxnId="{F28D7702-2FC3-49BD-BB13-C989E5EE62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8649F7A-400B-4056-965D-C9AC0B3AD942}" type="sibTrans" cxnId="{F28D7702-2FC3-49BD-BB13-C989E5EE62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0418D2B-9486-42DE-AFDD-1D31420040FF}">
      <dgm:prSet phldr="0" custT="1"/>
      <dgm:spPr>
        <a:noFill/>
        <a:ln>
          <a:solidFill>
            <a:schemeClr val="accent2">
              <a:alpha val="90000"/>
            </a:schemeClr>
          </a:solidFill>
        </a:ln>
      </dgm:spPr>
      <dgm:t>
        <a:bodyPr/>
        <a:lstStyle/>
        <a:p>
          <a:pPr marL="0">
            <a:lnSpc>
              <a:spcPct val="100000"/>
            </a:lnSpc>
          </a:pPr>
          <a:r>
            <a:rPr lang="en-US" sz="1400" spc="50" baseline="0" dirty="0">
              <a:solidFill>
                <a:schemeClr val="bg2"/>
              </a:solidFill>
              <a:latin typeface="+mn-lt"/>
            </a:rPr>
            <a:t>Disseminate standardized metrics</a:t>
          </a:r>
        </a:p>
      </dgm:t>
    </dgm:pt>
    <dgm:pt modelId="{D5A17F6B-93F5-442B-938A-0F38C281BE88}" type="parTrans" cxnId="{5A5BA622-5DEB-48B9-88D9-C1DE36C711E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D87A0A5-8024-4710-846B-D5BFAC785107}" type="sibTrans" cxnId="{5A5BA622-5DEB-48B9-88D9-C1DE36C711E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E9682B4F-0217-4B50-923E-C104AA24290F}">
      <dgm:prSet phldr="0" custT="1"/>
      <dgm:spPr>
        <a:noFill/>
        <a:ln>
          <a:solidFill>
            <a:schemeClr val="accent2"/>
          </a:solidFill>
        </a:ln>
      </dgm:spPr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DESIGN</a:t>
          </a:r>
        </a:p>
      </dgm:t>
    </dgm:pt>
    <dgm:pt modelId="{E0F6C4AF-9BBB-4698-91D7-F9AE3EACBD5D}" type="parTrans" cxnId="{6C23D0C9-74B2-4C8B-AB2F-A03B3B0EBE56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8632E42-D7EB-4C31-877E-6F1B2801851A}" type="sibTrans" cxnId="{6C23D0C9-74B2-4C8B-AB2F-A03B3B0EBE56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0EC0C300-11E4-45CF-8418-973585107209}">
      <dgm:prSet phldr="0" custT="1"/>
      <dgm:spPr>
        <a:noFill/>
        <a:ln>
          <a:solidFill>
            <a:schemeClr val="accent2">
              <a:alpha val="90000"/>
            </a:schemeClr>
          </a:solidFill>
        </a:ln>
      </dgm:spPr>
      <dgm:t>
        <a:bodyPr/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Tenorite"/>
              <a:ea typeface="+mn-ea"/>
              <a:cs typeface="+mn-cs"/>
            </a:rPr>
            <a:t>Coordinate e-business applications</a:t>
          </a:r>
        </a:p>
      </dgm:t>
    </dgm:pt>
    <dgm:pt modelId="{1E4DD98E-100E-46B7-B24A-408BBF69E9FA}" type="parTrans" cxnId="{51563A4F-C0EB-47D6-B5BC-47A4E599AD4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90FAB5D1-62B3-4FF6-A07D-EE607F529C32}" type="sibTrans" cxnId="{51563A4F-C0EB-47D6-B5BC-47A4E599AD4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EB4A941-E9FA-4A86-A673-85FF34B35F20}">
      <dgm:prSet phldr="0" custT="1"/>
      <dgm:spPr>
        <a:noFill/>
        <a:ln>
          <a:solidFill>
            <a:schemeClr val="accent2">
              <a:alpha val="90000"/>
            </a:schemeClr>
          </a:solidFill>
        </a:ln>
      </dgm:spPr>
      <dgm:t>
        <a:bodyPr/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Tenorite"/>
              <a:ea typeface="+mn-ea"/>
              <a:cs typeface="+mn-cs"/>
            </a:rPr>
            <a:t>Foster holistically superior methodologies</a:t>
          </a:r>
        </a:p>
      </dgm:t>
    </dgm:pt>
    <dgm:pt modelId="{39522508-BC4E-4DD5-A744-AFEFFE36DB74}" type="parTrans" cxnId="{F942F56C-9025-4AA1-9B36-C5AE0A93B0F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97624CC8-6315-4683-B26C-C30D552DA5A6}" type="sibTrans" cxnId="{F942F56C-9025-4AA1-9B36-C5AE0A93B0F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2322D3A-7AC2-4C5C-9D7E-EAB2313D47D4}">
      <dgm:prSet phldr="0" custT="1"/>
      <dgm:spPr>
        <a:noFill/>
        <a:ln>
          <a:solidFill>
            <a:schemeClr val="accent2"/>
          </a:solidFill>
        </a:ln>
      </dgm:spPr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LAUNCH</a:t>
          </a:r>
        </a:p>
      </dgm:t>
    </dgm:pt>
    <dgm:pt modelId="{4A8C15D4-B36F-4764-B4FF-F2AF790D3E17}" type="parTrans" cxnId="{179FAFCF-F878-464E-A8A6-1185EFA0E38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4DE1C3A-3FC7-4DB3-88ED-33F65A71557A}" type="sibTrans" cxnId="{179FAFCF-F878-464E-A8A6-1185EFA0E38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F85505A-81B6-4FDA-A144-900B71DAD946}">
      <dgm:prSet phldr="0" custT="1"/>
      <dgm:spPr>
        <a:noFill/>
        <a:ln>
          <a:solidFill>
            <a:schemeClr val="accent2"/>
          </a:solidFill>
        </a:ln>
      </dgm:spPr>
      <dgm:t>
        <a:bodyPr/>
        <a:lstStyle/>
        <a:p>
          <a:pPr marL="0"/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STRATEGY</a:t>
          </a:r>
        </a:p>
      </dgm:t>
    </dgm:pt>
    <dgm:pt modelId="{D9A96E25-7BBE-4DDD-8DDE-B4970D4340A8}" type="parTrans" cxnId="{2D633B56-E147-4EFC-B9EE-6C0413F329B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8F74A88-49DC-44B1-BC0D-220A7B97601C}" type="sibTrans" cxnId="{2D633B56-E147-4EFC-B9EE-6C0413F329B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E4B4F7C4-5024-45F0-9FD7-C5068A1AE6C4}" type="pres">
      <dgm:prSet presAssocID="{0DD8915E-DC14-41D6-9BB5-F49E1C265163}" presName="Name0" presStyleCnt="0">
        <dgm:presLayoutVars>
          <dgm:dir/>
          <dgm:animLvl val="lvl"/>
          <dgm:resizeHandles val="exact"/>
        </dgm:presLayoutVars>
      </dgm:prSet>
      <dgm:spPr/>
    </dgm:pt>
    <dgm:pt modelId="{473E2436-1BC1-4A6C-8568-5C38418F52D1}" type="pres">
      <dgm:prSet presAssocID="{73D947E0-108F-4D20-A71E-3CF329F97212}" presName="composite" presStyleCnt="0"/>
      <dgm:spPr/>
    </dgm:pt>
    <dgm:pt modelId="{BDBD7220-3F85-45D2-BED6-5BBFBC23EAE3}" type="pres">
      <dgm:prSet presAssocID="{73D947E0-108F-4D20-A71E-3CF329F97212}" presName="parTx" presStyleLbl="alignNode1" presStyleIdx="0" presStyleCnt="5">
        <dgm:presLayoutVars>
          <dgm:chMax val="0"/>
          <dgm:chPref val="0"/>
        </dgm:presLayoutVars>
      </dgm:prSet>
      <dgm:spPr/>
    </dgm:pt>
    <dgm:pt modelId="{22359DD7-1BFB-4900-BAE6-6084F2F57988}" type="pres">
      <dgm:prSet presAssocID="{73D947E0-108F-4D20-A71E-3CF329F97212}" presName="desTx" presStyleLbl="alignAccFollowNode1" presStyleIdx="0" presStyleCnt="5">
        <dgm:presLayoutVars/>
      </dgm:prSet>
      <dgm:spPr/>
    </dgm:pt>
    <dgm:pt modelId="{38C65349-0C40-499F-9765-B6F38C2DC3C3}" type="pres">
      <dgm:prSet presAssocID="{AE813459-65AB-4FA9-B717-330DDA6DFA4E}" presName="space" presStyleCnt="0"/>
      <dgm:spPr/>
    </dgm:pt>
    <dgm:pt modelId="{C6650FDC-3601-45F5-9125-6E3F90A53F8A}" type="pres">
      <dgm:prSet presAssocID="{B1AFA1AF-0FF8-45B3-A6D0-0E255A2F637D}" presName="composite" presStyleCnt="0"/>
      <dgm:spPr/>
    </dgm:pt>
    <dgm:pt modelId="{C4F84DEA-2002-4D32-8E80-70EEE05E345A}" type="pres">
      <dgm:prSet presAssocID="{B1AFA1AF-0FF8-45B3-A6D0-0E255A2F637D}" presName="parTx" presStyleLbl="alignNode1" presStyleIdx="1" presStyleCnt="5">
        <dgm:presLayoutVars>
          <dgm:chMax val="0"/>
          <dgm:chPref val="0"/>
        </dgm:presLayoutVars>
      </dgm:prSet>
      <dgm:spPr/>
    </dgm:pt>
    <dgm:pt modelId="{4FEB85EB-D046-4CDB-8A62-BBCE260C4490}" type="pres">
      <dgm:prSet presAssocID="{B1AFA1AF-0FF8-45B3-A6D0-0E255A2F637D}" presName="desTx" presStyleLbl="alignAccFollowNode1" presStyleIdx="1" presStyleCnt="5">
        <dgm:presLayoutVars/>
      </dgm:prSet>
      <dgm:spPr/>
    </dgm:pt>
    <dgm:pt modelId="{40F59683-723F-44D1-8379-95635EED1AA8}" type="pres">
      <dgm:prSet presAssocID="{88649F7A-400B-4056-965D-C9AC0B3AD942}" presName="space" presStyleCnt="0"/>
      <dgm:spPr/>
    </dgm:pt>
    <dgm:pt modelId="{BB2E4F65-C461-40C3-BC82-6A29AA851F44}" type="pres">
      <dgm:prSet presAssocID="{E9682B4F-0217-4B50-923E-C104AA24290F}" presName="composite" presStyleCnt="0"/>
      <dgm:spPr/>
    </dgm:pt>
    <dgm:pt modelId="{49B7F8FA-D256-41EF-9327-52A3551D9A60}" type="pres">
      <dgm:prSet presAssocID="{E9682B4F-0217-4B50-923E-C104AA24290F}" presName="parTx" presStyleLbl="alignNode1" presStyleIdx="2" presStyleCnt="5">
        <dgm:presLayoutVars>
          <dgm:chMax val="0"/>
          <dgm:chPref val="0"/>
        </dgm:presLayoutVars>
      </dgm:prSet>
      <dgm:spPr/>
    </dgm:pt>
    <dgm:pt modelId="{6B5FE59C-B471-448A-AA7A-B526DCC4D4CA}" type="pres">
      <dgm:prSet presAssocID="{E9682B4F-0217-4B50-923E-C104AA24290F}" presName="desTx" presStyleLbl="alignAccFollowNode1" presStyleIdx="2" presStyleCnt="5">
        <dgm:presLayoutVars/>
      </dgm:prSet>
      <dgm:spPr/>
    </dgm:pt>
    <dgm:pt modelId="{A91542D9-4FB3-4302-AD03-3D6EF82E6748}" type="pres">
      <dgm:prSet presAssocID="{B8632E42-D7EB-4C31-877E-6F1B2801851A}" presName="space" presStyleCnt="0"/>
      <dgm:spPr/>
    </dgm:pt>
    <dgm:pt modelId="{1A7C3045-2DAF-4A19-82DB-79436B2E4575}" type="pres">
      <dgm:prSet presAssocID="{4F85505A-81B6-4FDA-A144-900B71DAD946}" presName="composite" presStyleCnt="0"/>
      <dgm:spPr/>
    </dgm:pt>
    <dgm:pt modelId="{4132ECB1-6BEF-4935-AFA3-B2EAA48FDE7E}" type="pres">
      <dgm:prSet presAssocID="{4F85505A-81B6-4FDA-A144-900B71DAD946}" presName="parTx" presStyleLbl="alignNode1" presStyleIdx="3" presStyleCnt="5">
        <dgm:presLayoutVars>
          <dgm:chMax val="0"/>
          <dgm:chPref val="0"/>
        </dgm:presLayoutVars>
      </dgm:prSet>
      <dgm:spPr/>
    </dgm:pt>
    <dgm:pt modelId="{C42A8BDE-B838-475D-AFDE-17B60D744AB6}" type="pres">
      <dgm:prSet presAssocID="{4F85505A-81B6-4FDA-A144-900B71DAD946}" presName="desTx" presStyleLbl="alignAccFollowNode1" presStyleIdx="3" presStyleCnt="5">
        <dgm:presLayoutVars/>
      </dgm:prSet>
      <dgm:spPr/>
    </dgm:pt>
    <dgm:pt modelId="{D0DC94A3-770A-4810-A89A-7DB7918862F6}" type="pres">
      <dgm:prSet presAssocID="{68F74A88-49DC-44B1-BC0D-220A7B97601C}" presName="space" presStyleCnt="0"/>
      <dgm:spPr/>
    </dgm:pt>
    <dgm:pt modelId="{647B2244-AC3A-441A-A6FB-6136FA04F429}" type="pres">
      <dgm:prSet presAssocID="{A2322D3A-7AC2-4C5C-9D7E-EAB2313D47D4}" presName="composite" presStyleCnt="0"/>
      <dgm:spPr/>
    </dgm:pt>
    <dgm:pt modelId="{59606EB9-9F10-4D12-A33F-A242FDCC0D0F}" type="pres">
      <dgm:prSet presAssocID="{A2322D3A-7AC2-4C5C-9D7E-EAB2313D47D4}" presName="parTx" presStyleLbl="alignNode1" presStyleIdx="4" presStyleCnt="5">
        <dgm:presLayoutVars>
          <dgm:chMax val="0"/>
          <dgm:chPref val="0"/>
        </dgm:presLayoutVars>
      </dgm:prSet>
      <dgm:spPr/>
    </dgm:pt>
    <dgm:pt modelId="{C8429E68-36DD-4F6A-A2F4-7CCDADCEFAD1}" type="pres">
      <dgm:prSet presAssocID="{A2322D3A-7AC2-4C5C-9D7E-EAB2313D47D4}" presName="desTx" presStyleLbl="alignAccFollowNode1" presStyleIdx="4" presStyleCnt="5">
        <dgm:presLayoutVars/>
      </dgm:prSet>
      <dgm:spPr/>
    </dgm:pt>
  </dgm:ptLst>
  <dgm:cxnLst>
    <dgm:cxn modelId="{F28D7702-2FC3-49BD-BB13-C989E5EE622A}" srcId="{0DD8915E-DC14-41D6-9BB5-F49E1C265163}" destId="{B1AFA1AF-0FF8-45B3-A6D0-0E255A2F637D}" srcOrd="1" destOrd="0" parTransId="{10C68AF5-481C-45AA-A216-8BBBB04515B9}" sibTransId="{88649F7A-400B-4056-965D-C9AC0B3AD942}"/>
    <dgm:cxn modelId="{31826907-E438-4A1B-A800-F181C547104F}" type="presOf" srcId="{30A490C8-22B4-4D68-875C-0F0DE2FF864D}" destId="{22359DD7-1BFB-4900-BAE6-6084F2F57988}" srcOrd="0" destOrd="0" presId="urn:microsoft.com/office/officeart/2016/7/layout/HorizontalActionList"/>
    <dgm:cxn modelId="{A0077D09-C12C-46D0-8DF7-194B6911362A}" srcId="{0DD8915E-DC14-41D6-9BB5-F49E1C265163}" destId="{73D947E0-108F-4D20-A71E-3CF329F97212}" srcOrd="0" destOrd="0" parTransId="{9D249532-A24D-4D8F-848A-9F42F2E486C9}" sibTransId="{AE813459-65AB-4FA9-B717-330DDA6DFA4E}"/>
    <dgm:cxn modelId="{5A5BA622-5DEB-48B9-88D9-C1DE36C711E5}" srcId="{B1AFA1AF-0FF8-45B3-A6D0-0E255A2F637D}" destId="{50418D2B-9486-42DE-AFDD-1D31420040FF}" srcOrd="0" destOrd="0" parTransId="{D5A17F6B-93F5-442B-938A-0F38C281BE88}" sibTransId="{1D87A0A5-8024-4710-846B-D5BFAC785107}"/>
    <dgm:cxn modelId="{711E093C-AD42-45A4-8D40-A2D39702062E}" srcId="{A2322D3A-7AC2-4C5C-9D7E-EAB2313D47D4}" destId="{8FE81FEC-2664-411F-AEB3-065F29F52751}" srcOrd="0" destOrd="0" parTransId="{BCBC007E-0269-421B-9C41-DE26D5C3A822}" sibTransId="{80230EB7-7230-4881-A631-309C07417378}"/>
    <dgm:cxn modelId="{77A55366-077C-403B-A9E1-B9C6B5CA3288}" type="presOf" srcId="{73D947E0-108F-4D20-A71E-3CF329F97212}" destId="{BDBD7220-3F85-45D2-BED6-5BBFBC23EAE3}" srcOrd="0" destOrd="0" presId="urn:microsoft.com/office/officeart/2016/7/layout/HorizontalActionList"/>
    <dgm:cxn modelId="{F942F56C-9025-4AA1-9B36-C5AE0A93B0F5}" srcId="{4F85505A-81B6-4FDA-A144-900B71DAD946}" destId="{FEB4A941-E9FA-4A86-A673-85FF34B35F20}" srcOrd="0" destOrd="0" parTransId="{39522508-BC4E-4DD5-A744-AFEFFE36DB74}" sibTransId="{97624CC8-6315-4683-B26C-C30D552DA5A6}"/>
    <dgm:cxn modelId="{B7F6ED6E-855A-4A7B-AE18-3BD04546002C}" type="presOf" srcId="{B1AFA1AF-0FF8-45B3-A6D0-0E255A2F637D}" destId="{C4F84DEA-2002-4D32-8E80-70EEE05E345A}" srcOrd="0" destOrd="0" presId="urn:microsoft.com/office/officeart/2016/7/layout/HorizontalActionList"/>
    <dgm:cxn modelId="{51563A4F-C0EB-47D6-B5BC-47A4E599AD4B}" srcId="{E9682B4F-0217-4B50-923E-C104AA24290F}" destId="{0EC0C300-11E4-45CF-8418-973585107209}" srcOrd="0" destOrd="0" parTransId="{1E4DD98E-100E-46B7-B24A-408BBF69E9FA}" sibTransId="{90FAB5D1-62B3-4FF6-A07D-EE607F529C32}"/>
    <dgm:cxn modelId="{6291F24F-B536-4688-99BC-6A4CB5E15E15}" type="presOf" srcId="{4F85505A-81B6-4FDA-A144-900B71DAD946}" destId="{4132ECB1-6BEF-4935-AFA3-B2EAA48FDE7E}" srcOrd="0" destOrd="0" presId="urn:microsoft.com/office/officeart/2016/7/layout/HorizontalActionList"/>
    <dgm:cxn modelId="{2D633B56-E147-4EFC-B9EE-6C0413F329B0}" srcId="{0DD8915E-DC14-41D6-9BB5-F49E1C265163}" destId="{4F85505A-81B6-4FDA-A144-900B71DAD946}" srcOrd="3" destOrd="0" parTransId="{D9A96E25-7BBE-4DDD-8DDE-B4970D4340A8}" sibTransId="{68F74A88-49DC-44B1-BC0D-220A7B97601C}"/>
    <dgm:cxn modelId="{110097B3-0B24-42EE-9C79-845C028B379B}" type="presOf" srcId="{E9682B4F-0217-4B50-923E-C104AA24290F}" destId="{49B7F8FA-D256-41EF-9327-52A3551D9A60}" srcOrd="0" destOrd="0" presId="urn:microsoft.com/office/officeart/2016/7/layout/HorizontalActionList"/>
    <dgm:cxn modelId="{C54EA6C2-0E6B-42D8-9A4A-4456127A91A8}" type="presOf" srcId="{A2322D3A-7AC2-4C5C-9D7E-EAB2313D47D4}" destId="{59606EB9-9F10-4D12-A33F-A242FDCC0D0F}" srcOrd="0" destOrd="0" presId="urn:microsoft.com/office/officeart/2016/7/layout/HorizontalActionList"/>
    <dgm:cxn modelId="{E339F9C8-AD35-4E33-9434-788C81500EB2}" type="presOf" srcId="{8FE81FEC-2664-411F-AEB3-065F29F52751}" destId="{C8429E68-36DD-4F6A-A2F4-7CCDADCEFAD1}" srcOrd="0" destOrd="0" presId="urn:microsoft.com/office/officeart/2016/7/layout/HorizontalActionList"/>
    <dgm:cxn modelId="{6C23D0C9-74B2-4C8B-AB2F-A03B3B0EBE56}" srcId="{0DD8915E-DC14-41D6-9BB5-F49E1C265163}" destId="{E9682B4F-0217-4B50-923E-C104AA24290F}" srcOrd="2" destOrd="0" parTransId="{E0F6C4AF-9BBB-4698-91D7-F9AE3EACBD5D}" sibTransId="{B8632E42-D7EB-4C31-877E-6F1B2801851A}"/>
    <dgm:cxn modelId="{381FE1CC-8184-4745-8EB3-6DE11655998D}" srcId="{73D947E0-108F-4D20-A71E-3CF329F97212}" destId="{30A490C8-22B4-4D68-875C-0F0DE2FF864D}" srcOrd="0" destOrd="0" parTransId="{035C64B0-4F0C-4FD1-BD23-B1D4C9887CBE}" sibTransId="{45495DA8-8707-41E3-A12B-FA5766269C44}"/>
    <dgm:cxn modelId="{179FAFCF-F878-464E-A8A6-1185EFA0E380}" srcId="{0DD8915E-DC14-41D6-9BB5-F49E1C265163}" destId="{A2322D3A-7AC2-4C5C-9D7E-EAB2313D47D4}" srcOrd="4" destOrd="0" parTransId="{4A8C15D4-B36F-4764-B4FF-F2AF790D3E17}" sibTransId="{84DE1C3A-3FC7-4DB3-88ED-33F65A71557A}"/>
    <dgm:cxn modelId="{8CB96BD1-8B01-481A-B525-C5C507C9951C}" type="presOf" srcId="{0EC0C300-11E4-45CF-8418-973585107209}" destId="{6B5FE59C-B471-448A-AA7A-B526DCC4D4CA}" srcOrd="0" destOrd="0" presId="urn:microsoft.com/office/officeart/2016/7/layout/HorizontalActionList"/>
    <dgm:cxn modelId="{36A4EED2-16DE-4F21-9B57-BD053CD7ED3D}" type="presOf" srcId="{FEB4A941-E9FA-4A86-A673-85FF34B35F20}" destId="{C42A8BDE-B838-475D-AFDE-17B60D744AB6}" srcOrd="0" destOrd="0" presId="urn:microsoft.com/office/officeart/2016/7/layout/HorizontalActionList"/>
    <dgm:cxn modelId="{BF1349D4-34AE-476D-8D7B-F3ABAB74304F}" type="presOf" srcId="{50418D2B-9486-42DE-AFDD-1D31420040FF}" destId="{4FEB85EB-D046-4CDB-8A62-BBCE260C4490}" srcOrd="0" destOrd="0" presId="urn:microsoft.com/office/officeart/2016/7/layout/HorizontalActionList"/>
    <dgm:cxn modelId="{825BC9D8-F515-4FBF-8CF8-23CD32968E1D}" type="presOf" srcId="{0DD8915E-DC14-41D6-9BB5-F49E1C265163}" destId="{E4B4F7C4-5024-45F0-9FD7-C5068A1AE6C4}" srcOrd="0" destOrd="0" presId="urn:microsoft.com/office/officeart/2016/7/layout/HorizontalActionList"/>
    <dgm:cxn modelId="{E9D2B9D9-3B26-471C-AF45-E02D1C258CD3}" type="presParOf" srcId="{E4B4F7C4-5024-45F0-9FD7-C5068A1AE6C4}" destId="{473E2436-1BC1-4A6C-8568-5C38418F52D1}" srcOrd="0" destOrd="0" presId="urn:microsoft.com/office/officeart/2016/7/layout/HorizontalActionList"/>
    <dgm:cxn modelId="{A151C920-5872-4C88-8534-922E9C800B9B}" type="presParOf" srcId="{473E2436-1BC1-4A6C-8568-5C38418F52D1}" destId="{BDBD7220-3F85-45D2-BED6-5BBFBC23EAE3}" srcOrd="0" destOrd="0" presId="urn:microsoft.com/office/officeart/2016/7/layout/HorizontalActionList"/>
    <dgm:cxn modelId="{45373909-AB37-4D9A-936C-DC8447BC111D}" type="presParOf" srcId="{473E2436-1BC1-4A6C-8568-5C38418F52D1}" destId="{22359DD7-1BFB-4900-BAE6-6084F2F57988}" srcOrd="1" destOrd="0" presId="urn:microsoft.com/office/officeart/2016/7/layout/HorizontalActionList"/>
    <dgm:cxn modelId="{CFC7E7C1-85BC-47FC-BC11-D0BACA8440B9}" type="presParOf" srcId="{E4B4F7C4-5024-45F0-9FD7-C5068A1AE6C4}" destId="{38C65349-0C40-499F-9765-B6F38C2DC3C3}" srcOrd="1" destOrd="0" presId="urn:microsoft.com/office/officeart/2016/7/layout/HorizontalActionList"/>
    <dgm:cxn modelId="{86FF1107-69E9-4310-A0D8-2BF61292A72B}" type="presParOf" srcId="{E4B4F7C4-5024-45F0-9FD7-C5068A1AE6C4}" destId="{C6650FDC-3601-45F5-9125-6E3F90A53F8A}" srcOrd="2" destOrd="0" presId="urn:microsoft.com/office/officeart/2016/7/layout/HorizontalActionList"/>
    <dgm:cxn modelId="{1C7F1C64-2F3D-4695-A56C-92B1B848B0C2}" type="presParOf" srcId="{C6650FDC-3601-45F5-9125-6E3F90A53F8A}" destId="{C4F84DEA-2002-4D32-8E80-70EEE05E345A}" srcOrd="0" destOrd="0" presId="urn:microsoft.com/office/officeart/2016/7/layout/HorizontalActionList"/>
    <dgm:cxn modelId="{DC59A3FF-666D-48A7-B3BE-98A9F829402D}" type="presParOf" srcId="{C6650FDC-3601-45F5-9125-6E3F90A53F8A}" destId="{4FEB85EB-D046-4CDB-8A62-BBCE260C4490}" srcOrd="1" destOrd="0" presId="urn:microsoft.com/office/officeart/2016/7/layout/HorizontalActionList"/>
    <dgm:cxn modelId="{AAE65B9C-F662-4FAA-8FDB-82E7FB86BB24}" type="presParOf" srcId="{E4B4F7C4-5024-45F0-9FD7-C5068A1AE6C4}" destId="{40F59683-723F-44D1-8379-95635EED1AA8}" srcOrd="3" destOrd="0" presId="urn:microsoft.com/office/officeart/2016/7/layout/HorizontalActionList"/>
    <dgm:cxn modelId="{F5BE37E3-59D0-4D56-B08C-9B1D93695802}" type="presParOf" srcId="{E4B4F7C4-5024-45F0-9FD7-C5068A1AE6C4}" destId="{BB2E4F65-C461-40C3-BC82-6A29AA851F44}" srcOrd="4" destOrd="0" presId="urn:microsoft.com/office/officeart/2016/7/layout/HorizontalActionList"/>
    <dgm:cxn modelId="{1FC3B8DB-8632-4AA8-99E5-4F0C12504130}" type="presParOf" srcId="{BB2E4F65-C461-40C3-BC82-6A29AA851F44}" destId="{49B7F8FA-D256-41EF-9327-52A3551D9A60}" srcOrd="0" destOrd="0" presId="urn:microsoft.com/office/officeart/2016/7/layout/HorizontalActionList"/>
    <dgm:cxn modelId="{03A1CBF9-FFCE-4B8C-9850-8B297556CCF4}" type="presParOf" srcId="{BB2E4F65-C461-40C3-BC82-6A29AA851F44}" destId="{6B5FE59C-B471-448A-AA7A-B526DCC4D4CA}" srcOrd="1" destOrd="0" presId="urn:microsoft.com/office/officeart/2016/7/layout/HorizontalActionList"/>
    <dgm:cxn modelId="{BAB9C1C4-8A05-4AE7-B42E-55875981524E}" type="presParOf" srcId="{E4B4F7C4-5024-45F0-9FD7-C5068A1AE6C4}" destId="{A91542D9-4FB3-4302-AD03-3D6EF82E6748}" srcOrd="5" destOrd="0" presId="urn:microsoft.com/office/officeart/2016/7/layout/HorizontalActionList"/>
    <dgm:cxn modelId="{F7DEAAC8-FCAD-4F6B-92BD-91B8342F3277}" type="presParOf" srcId="{E4B4F7C4-5024-45F0-9FD7-C5068A1AE6C4}" destId="{1A7C3045-2DAF-4A19-82DB-79436B2E4575}" srcOrd="6" destOrd="0" presId="urn:microsoft.com/office/officeart/2016/7/layout/HorizontalActionList"/>
    <dgm:cxn modelId="{13555CA3-20BE-41F8-BD09-0BA8CEE1C702}" type="presParOf" srcId="{1A7C3045-2DAF-4A19-82DB-79436B2E4575}" destId="{4132ECB1-6BEF-4935-AFA3-B2EAA48FDE7E}" srcOrd="0" destOrd="0" presId="urn:microsoft.com/office/officeart/2016/7/layout/HorizontalActionList"/>
    <dgm:cxn modelId="{0848E8B2-6BD5-4CB6-B7E0-F8F1B1F78E2F}" type="presParOf" srcId="{1A7C3045-2DAF-4A19-82DB-79436B2E4575}" destId="{C42A8BDE-B838-475D-AFDE-17B60D744AB6}" srcOrd="1" destOrd="0" presId="urn:microsoft.com/office/officeart/2016/7/layout/HorizontalActionList"/>
    <dgm:cxn modelId="{FD5AD2F1-E5D1-4359-99EB-D3225676DF7F}" type="presParOf" srcId="{E4B4F7C4-5024-45F0-9FD7-C5068A1AE6C4}" destId="{D0DC94A3-770A-4810-A89A-7DB7918862F6}" srcOrd="7" destOrd="0" presId="urn:microsoft.com/office/officeart/2016/7/layout/HorizontalActionList"/>
    <dgm:cxn modelId="{2608DA2F-9259-4A20-98D1-9A5F5780B66F}" type="presParOf" srcId="{E4B4F7C4-5024-45F0-9FD7-C5068A1AE6C4}" destId="{647B2244-AC3A-441A-A6FB-6136FA04F429}" srcOrd="8" destOrd="0" presId="urn:microsoft.com/office/officeart/2016/7/layout/HorizontalActionList"/>
    <dgm:cxn modelId="{F55613FD-292F-4CCF-A44A-E9FC24D70E0E}" type="presParOf" srcId="{647B2244-AC3A-441A-A6FB-6136FA04F429}" destId="{59606EB9-9F10-4D12-A33F-A242FDCC0D0F}" srcOrd="0" destOrd="0" presId="urn:microsoft.com/office/officeart/2016/7/layout/HorizontalActionList"/>
    <dgm:cxn modelId="{7B4FE576-C66F-4D92-B6AC-DA1D068316E4}" type="presParOf" srcId="{647B2244-AC3A-441A-A6FB-6136FA04F429}" destId="{C8429E68-36DD-4F6A-A2F4-7CCDADCEFAD1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D7220-3F85-45D2-BED6-5BBFBC23EAE3}">
      <dsp:nvSpPr>
        <dsp:cNvPr id="0" name=""/>
        <dsp:cNvSpPr/>
      </dsp:nvSpPr>
      <dsp:spPr>
        <a:xfrm>
          <a:off x="8634" y="825182"/>
          <a:ext cx="2013350" cy="604005"/>
        </a:xfrm>
        <a:prstGeom prst="rect">
          <a:avLst/>
        </a:prstGeom>
        <a:noFill/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ts val="100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+mj-lt"/>
              <a:ea typeface="+mj-ea"/>
              <a:cs typeface="+mj-cs"/>
            </a:rPr>
            <a:t>PLANNING</a:t>
          </a:r>
        </a:p>
      </dsp:txBody>
      <dsp:txXfrm>
        <a:off x="8634" y="825182"/>
        <a:ext cx="2013350" cy="604005"/>
      </dsp:txXfrm>
    </dsp:sp>
    <dsp:sp modelId="{22359DD7-1BFB-4900-BAE6-6084F2F57988}">
      <dsp:nvSpPr>
        <dsp:cNvPr id="0" name=""/>
        <dsp:cNvSpPr/>
      </dsp:nvSpPr>
      <dsp:spPr>
        <a:xfrm>
          <a:off x="8634" y="1429187"/>
          <a:ext cx="2013350" cy="1871542"/>
        </a:xfrm>
        <a:prstGeom prst="rect">
          <a:avLst/>
        </a:prstGeom>
        <a:noFill/>
        <a:ln w="12700" cap="flat" cmpd="sng" algn="ctr">
          <a:solidFill>
            <a:schemeClr val="accent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+mn-lt"/>
            </a:rPr>
            <a:t>Synergize scalable e-commerce</a:t>
          </a:r>
        </a:p>
      </dsp:txBody>
      <dsp:txXfrm>
        <a:off x="8634" y="1429187"/>
        <a:ext cx="2013350" cy="1871542"/>
      </dsp:txXfrm>
    </dsp:sp>
    <dsp:sp modelId="{C4F84DEA-2002-4D32-8E80-70EEE05E345A}">
      <dsp:nvSpPr>
        <dsp:cNvPr id="0" name=""/>
        <dsp:cNvSpPr/>
      </dsp:nvSpPr>
      <dsp:spPr>
        <a:xfrm>
          <a:off x="2129879" y="825182"/>
          <a:ext cx="2013350" cy="604005"/>
        </a:xfrm>
        <a:prstGeom prst="rect">
          <a:avLst/>
        </a:prstGeom>
        <a:noFill/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MARKETING</a:t>
          </a:r>
        </a:p>
      </dsp:txBody>
      <dsp:txXfrm>
        <a:off x="2129879" y="825182"/>
        <a:ext cx="2013350" cy="604005"/>
      </dsp:txXfrm>
    </dsp:sp>
    <dsp:sp modelId="{4FEB85EB-D046-4CDB-8A62-BBCE260C4490}">
      <dsp:nvSpPr>
        <dsp:cNvPr id="0" name=""/>
        <dsp:cNvSpPr/>
      </dsp:nvSpPr>
      <dsp:spPr>
        <a:xfrm>
          <a:off x="2129879" y="1429187"/>
          <a:ext cx="2013350" cy="1871542"/>
        </a:xfrm>
        <a:prstGeom prst="rect">
          <a:avLst/>
        </a:prstGeom>
        <a:noFill/>
        <a:ln w="12700" cap="flat" cmpd="sng" algn="ctr">
          <a:solidFill>
            <a:schemeClr val="accent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+mn-lt"/>
            </a:rPr>
            <a:t>Disseminate standardized metrics</a:t>
          </a:r>
        </a:p>
      </dsp:txBody>
      <dsp:txXfrm>
        <a:off x="2129879" y="1429187"/>
        <a:ext cx="2013350" cy="1871542"/>
      </dsp:txXfrm>
    </dsp:sp>
    <dsp:sp modelId="{49B7F8FA-D256-41EF-9327-52A3551D9A60}">
      <dsp:nvSpPr>
        <dsp:cNvPr id="0" name=""/>
        <dsp:cNvSpPr/>
      </dsp:nvSpPr>
      <dsp:spPr>
        <a:xfrm>
          <a:off x="4251124" y="825182"/>
          <a:ext cx="2013350" cy="604005"/>
        </a:xfrm>
        <a:prstGeom prst="rect">
          <a:avLst/>
        </a:prstGeom>
        <a:noFill/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DESIGN</a:t>
          </a:r>
        </a:p>
      </dsp:txBody>
      <dsp:txXfrm>
        <a:off x="4251124" y="825182"/>
        <a:ext cx="2013350" cy="604005"/>
      </dsp:txXfrm>
    </dsp:sp>
    <dsp:sp modelId="{6B5FE59C-B471-448A-AA7A-B526DCC4D4CA}">
      <dsp:nvSpPr>
        <dsp:cNvPr id="0" name=""/>
        <dsp:cNvSpPr/>
      </dsp:nvSpPr>
      <dsp:spPr>
        <a:xfrm>
          <a:off x="4251124" y="1429187"/>
          <a:ext cx="2013350" cy="1871542"/>
        </a:xfrm>
        <a:prstGeom prst="rect">
          <a:avLst/>
        </a:prstGeom>
        <a:noFill/>
        <a:ln w="12700" cap="flat" cmpd="sng" algn="ctr">
          <a:solidFill>
            <a:schemeClr val="accent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Tenorite"/>
              <a:ea typeface="+mn-ea"/>
              <a:cs typeface="+mn-cs"/>
            </a:rPr>
            <a:t>Coordinate e-business applications</a:t>
          </a:r>
        </a:p>
      </dsp:txBody>
      <dsp:txXfrm>
        <a:off x="4251124" y="1429187"/>
        <a:ext cx="2013350" cy="1871542"/>
      </dsp:txXfrm>
    </dsp:sp>
    <dsp:sp modelId="{4132ECB1-6BEF-4935-AFA3-B2EAA48FDE7E}">
      <dsp:nvSpPr>
        <dsp:cNvPr id="0" name=""/>
        <dsp:cNvSpPr/>
      </dsp:nvSpPr>
      <dsp:spPr>
        <a:xfrm>
          <a:off x="6372369" y="825182"/>
          <a:ext cx="2013350" cy="604005"/>
        </a:xfrm>
        <a:prstGeom prst="rect">
          <a:avLst/>
        </a:prstGeom>
        <a:noFill/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STRATEGY</a:t>
          </a:r>
        </a:p>
      </dsp:txBody>
      <dsp:txXfrm>
        <a:off x="6372369" y="825182"/>
        <a:ext cx="2013350" cy="604005"/>
      </dsp:txXfrm>
    </dsp:sp>
    <dsp:sp modelId="{C42A8BDE-B838-475D-AFDE-17B60D744AB6}">
      <dsp:nvSpPr>
        <dsp:cNvPr id="0" name=""/>
        <dsp:cNvSpPr/>
      </dsp:nvSpPr>
      <dsp:spPr>
        <a:xfrm>
          <a:off x="6372369" y="1429187"/>
          <a:ext cx="2013350" cy="1871542"/>
        </a:xfrm>
        <a:prstGeom prst="rect">
          <a:avLst/>
        </a:prstGeom>
        <a:noFill/>
        <a:ln w="12700" cap="flat" cmpd="sng" algn="ctr">
          <a:solidFill>
            <a:schemeClr val="accent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Tenorite"/>
              <a:ea typeface="+mn-ea"/>
              <a:cs typeface="+mn-cs"/>
            </a:rPr>
            <a:t>Foster holistically superior methodologies</a:t>
          </a:r>
        </a:p>
      </dsp:txBody>
      <dsp:txXfrm>
        <a:off x="6372369" y="1429187"/>
        <a:ext cx="2013350" cy="1871542"/>
      </dsp:txXfrm>
    </dsp:sp>
    <dsp:sp modelId="{59606EB9-9F10-4D12-A33F-A242FDCC0D0F}">
      <dsp:nvSpPr>
        <dsp:cNvPr id="0" name=""/>
        <dsp:cNvSpPr/>
      </dsp:nvSpPr>
      <dsp:spPr>
        <a:xfrm>
          <a:off x="8493615" y="825182"/>
          <a:ext cx="2013350" cy="604005"/>
        </a:xfrm>
        <a:prstGeom prst="rect">
          <a:avLst/>
        </a:prstGeom>
        <a:noFill/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LAUNCH</a:t>
          </a:r>
        </a:p>
      </dsp:txBody>
      <dsp:txXfrm>
        <a:off x="8493615" y="825182"/>
        <a:ext cx="2013350" cy="604005"/>
      </dsp:txXfrm>
    </dsp:sp>
    <dsp:sp modelId="{C8429E68-36DD-4F6A-A2F4-7CCDADCEFAD1}">
      <dsp:nvSpPr>
        <dsp:cNvPr id="0" name=""/>
        <dsp:cNvSpPr/>
      </dsp:nvSpPr>
      <dsp:spPr>
        <a:xfrm>
          <a:off x="8493615" y="1429187"/>
          <a:ext cx="2013350" cy="1871542"/>
        </a:xfrm>
        <a:prstGeom prst="rect">
          <a:avLst/>
        </a:prstGeom>
        <a:noFill/>
        <a:ln w="12700" cap="flat" cmpd="sng" algn="ctr">
          <a:solidFill>
            <a:schemeClr val="accent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Tenorite"/>
              <a:ea typeface="+mn-ea"/>
              <a:cs typeface="+mn-cs"/>
            </a:rPr>
            <a:t>Deploy strategic networks with compelling e-business needs</a:t>
          </a:r>
        </a:p>
      </dsp:txBody>
      <dsp:txXfrm>
        <a:off x="8493615" y="1429187"/>
        <a:ext cx="2013350" cy="18715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D7220-3F85-45D2-BED6-5BBFBC23EAE3}">
      <dsp:nvSpPr>
        <dsp:cNvPr id="0" name=""/>
        <dsp:cNvSpPr/>
      </dsp:nvSpPr>
      <dsp:spPr>
        <a:xfrm>
          <a:off x="8634" y="825182"/>
          <a:ext cx="2013350" cy="604005"/>
        </a:xfrm>
        <a:prstGeom prst="rect">
          <a:avLst/>
        </a:prstGeom>
        <a:noFill/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ts val="100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+mj-lt"/>
              <a:ea typeface="+mj-ea"/>
              <a:cs typeface="+mj-cs"/>
            </a:rPr>
            <a:t>PLANNING</a:t>
          </a:r>
        </a:p>
      </dsp:txBody>
      <dsp:txXfrm>
        <a:off x="8634" y="825182"/>
        <a:ext cx="2013350" cy="604005"/>
      </dsp:txXfrm>
    </dsp:sp>
    <dsp:sp modelId="{22359DD7-1BFB-4900-BAE6-6084F2F57988}">
      <dsp:nvSpPr>
        <dsp:cNvPr id="0" name=""/>
        <dsp:cNvSpPr/>
      </dsp:nvSpPr>
      <dsp:spPr>
        <a:xfrm>
          <a:off x="8634" y="1429187"/>
          <a:ext cx="2013350" cy="1871542"/>
        </a:xfrm>
        <a:prstGeom prst="rect">
          <a:avLst/>
        </a:prstGeom>
        <a:noFill/>
        <a:ln w="12700" cap="flat" cmpd="sng" algn="ctr">
          <a:solidFill>
            <a:schemeClr val="accent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+mn-lt"/>
            </a:rPr>
            <a:t>Synergize scalable e-commerce</a:t>
          </a:r>
        </a:p>
      </dsp:txBody>
      <dsp:txXfrm>
        <a:off x="8634" y="1429187"/>
        <a:ext cx="2013350" cy="1871542"/>
      </dsp:txXfrm>
    </dsp:sp>
    <dsp:sp modelId="{C4F84DEA-2002-4D32-8E80-70EEE05E345A}">
      <dsp:nvSpPr>
        <dsp:cNvPr id="0" name=""/>
        <dsp:cNvSpPr/>
      </dsp:nvSpPr>
      <dsp:spPr>
        <a:xfrm>
          <a:off x="2129879" y="825182"/>
          <a:ext cx="2013350" cy="604005"/>
        </a:xfrm>
        <a:prstGeom prst="rect">
          <a:avLst/>
        </a:prstGeom>
        <a:noFill/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MARKETING</a:t>
          </a:r>
        </a:p>
      </dsp:txBody>
      <dsp:txXfrm>
        <a:off x="2129879" y="825182"/>
        <a:ext cx="2013350" cy="604005"/>
      </dsp:txXfrm>
    </dsp:sp>
    <dsp:sp modelId="{4FEB85EB-D046-4CDB-8A62-BBCE260C4490}">
      <dsp:nvSpPr>
        <dsp:cNvPr id="0" name=""/>
        <dsp:cNvSpPr/>
      </dsp:nvSpPr>
      <dsp:spPr>
        <a:xfrm>
          <a:off x="2129879" y="1429187"/>
          <a:ext cx="2013350" cy="1871542"/>
        </a:xfrm>
        <a:prstGeom prst="rect">
          <a:avLst/>
        </a:prstGeom>
        <a:noFill/>
        <a:ln w="12700" cap="flat" cmpd="sng" algn="ctr">
          <a:solidFill>
            <a:schemeClr val="accent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+mn-lt"/>
            </a:rPr>
            <a:t>Disseminate standardized metrics</a:t>
          </a:r>
        </a:p>
      </dsp:txBody>
      <dsp:txXfrm>
        <a:off x="2129879" y="1429187"/>
        <a:ext cx="2013350" cy="1871542"/>
      </dsp:txXfrm>
    </dsp:sp>
    <dsp:sp modelId="{49B7F8FA-D256-41EF-9327-52A3551D9A60}">
      <dsp:nvSpPr>
        <dsp:cNvPr id="0" name=""/>
        <dsp:cNvSpPr/>
      </dsp:nvSpPr>
      <dsp:spPr>
        <a:xfrm>
          <a:off x="4251124" y="825182"/>
          <a:ext cx="2013350" cy="604005"/>
        </a:xfrm>
        <a:prstGeom prst="rect">
          <a:avLst/>
        </a:prstGeom>
        <a:noFill/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DESIGN</a:t>
          </a:r>
        </a:p>
      </dsp:txBody>
      <dsp:txXfrm>
        <a:off x="4251124" y="825182"/>
        <a:ext cx="2013350" cy="604005"/>
      </dsp:txXfrm>
    </dsp:sp>
    <dsp:sp modelId="{6B5FE59C-B471-448A-AA7A-B526DCC4D4CA}">
      <dsp:nvSpPr>
        <dsp:cNvPr id="0" name=""/>
        <dsp:cNvSpPr/>
      </dsp:nvSpPr>
      <dsp:spPr>
        <a:xfrm>
          <a:off x="4251124" y="1429187"/>
          <a:ext cx="2013350" cy="1871542"/>
        </a:xfrm>
        <a:prstGeom prst="rect">
          <a:avLst/>
        </a:prstGeom>
        <a:noFill/>
        <a:ln w="12700" cap="flat" cmpd="sng" algn="ctr">
          <a:solidFill>
            <a:schemeClr val="accent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Tenorite"/>
              <a:ea typeface="+mn-ea"/>
              <a:cs typeface="+mn-cs"/>
            </a:rPr>
            <a:t>Coordinate e-business applications</a:t>
          </a:r>
        </a:p>
      </dsp:txBody>
      <dsp:txXfrm>
        <a:off x="4251124" y="1429187"/>
        <a:ext cx="2013350" cy="1871542"/>
      </dsp:txXfrm>
    </dsp:sp>
    <dsp:sp modelId="{4132ECB1-6BEF-4935-AFA3-B2EAA48FDE7E}">
      <dsp:nvSpPr>
        <dsp:cNvPr id="0" name=""/>
        <dsp:cNvSpPr/>
      </dsp:nvSpPr>
      <dsp:spPr>
        <a:xfrm>
          <a:off x="6372369" y="825182"/>
          <a:ext cx="2013350" cy="604005"/>
        </a:xfrm>
        <a:prstGeom prst="rect">
          <a:avLst/>
        </a:prstGeom>
        <a:noFill/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STRATEGY</a:t>
          </a:r>
        </a:p>
      </dsp:txBody>
      <dsp:txXfrm>
        <a:off x="6372369" y="825182"/>
        <a:ext cx="2013350" cy="604005"/>
      </dsp:txXfrm>
    </dsp:sp>
    <dsp:sp modelId="{C42A8BDE-B838-475D-AFDE-17B60D744AB6}">
      <dsp:nvSpPr>
        <dsp:cNvPr id="0" name=""/>
        <dsp:cNvSpPr/>
      </dsp:nvSpPr>
      <dsp:spPr>
        <a:xfrm>
          <a:off x="6372369" y="1429187"/>
          <a:ext cx="2013350" cy="1871542"/>
        </a:xfrm>
        <a:prstGeom prst="rect">
          <a:avLst/>
        </a:prstGeom>
        <a:noFill/>
        <a:ln w="12700" cap="flat" cmpd="sng" algn="ctr">
          <a:solidFill>
            <a:schemeClr val="accent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Tenorite"/>
              <a:ea typeface="+mn-ea"/>
              <a:cs typeface="+mn-cs"/>
            </a:rPr>
            <a:t>Foster holistically superior methodologies</a:t>
          </a:r>
        </a:p>
      </dsp:txBody>
      <dsp:txXfrm>
        <a:off x="6372369" y="1429187"/>
        <a:ext cx="2013350" cy="1871542"/>
      </dsp:txXfrm>
    </dsp:sp>
    <dsp:sp modelId="{59606EB9-9F10-4D12-A33F-A242FDCC0D0F}">
      <dsp:nvSpPr>
        <dsp:cNvPr id="0" name=""/>
        <dsp:cNvSpPr/>
      </dsp:nvSpPr>
      <dsp:spPr>
        <a:xfrm>
          <a:off x="8493615" y="825182"/>
          <a:ext cx="2013350" cy="604005"/>
        </a:xfrm>
        <a:prstGeom prst="rect">
          <a:avLst/>
        </a:prstGeom>
        <a:noFill/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accent2"/>
              </a:solidFill>
              <a:latin typeface="Tenorite"/>
              <a:ea typeface="+mn-ea"/>
              <a:cs typeface="+mn-cs"/>
            </a:rPr>
            <a:t>LAUNCH</a:t>
          </a:r>
        </a:p>
      </dsp:txBody>
      <dsp:txXfrm>
        <a:off x="8493615" y="825182"/>
        <a:ext cx="2013350" cy="604005"/>
      </dsp:txXfrm>
    </dsp:sp>
    <dsp:sp modelId="{C8429E68-36DD-4F6A-A2F4-7CCDADCEFAD1}">
      <dsp:nvSpPr>
        <dsp:cNvPr id="0" name=""/>
        <dsp:cNvSpPr/>
      </dsp:nvSpPr>
      <dsp:spPr>
        <a:xfrm>
          <a:off x="8493615" y="1429187"/>
          <a:ext cx="2013350" cy="1871542"/>
        </a:xfrm>
        <a:prstGeom prst="rect">
          <a:avLst/>
        </a:prstGeom>
        <a:noFill/>
        <a:ln w="12700" cap="flat" cmpd="sng" algn="ctr">
          <a:solidFill>
            <a:schemeClr val="accent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schemeClr val="bg2"/>
              </a:solidFill>
              <a:latin typeface="Tenorite"/>
              <a:ea typeface="+mn-ea"/>
              <a:cs typeface="+mn-cs"/>
            </a:rPr>
            <a:t>Deploy strategic networks with compelling e-business needs</a:t>
          </a:r>
        </a:p>
      </dsp:txBody>
      <dsp:txXfrm>
        <a:off x="8493615" y="1429187"/>
        <a:ext cx="2013350" cy="1871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49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97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446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597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746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894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200043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192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E5FA7D19-345A-60B6-770C-2B8C61F52639}"/>
              </a:ext>
            </a:extLst>
          </p:cNvPr>
          <p:cNvSpPr/>
          <p:nvPr userDrawn="1"/>
        </p:nvSpPr>
        <p:spPr>
          <a:xfrm flipH="1">
            <a:off x="-269050" y="-621610"/>
            <a:ext cx="12469091" cy="7476836"/>
          </a:xfrm>
          <a:prstGeom prst="triangle">
            <a:avLst>
              <a:gd name="adj" fmla="val 0"/>
            </a:avLst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5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836" y="2058508"/>
            <a:ext cx="10954328" cy="1809050"/>
          </a:xfrm>
        </p:spPr>
        <p:txBody>
          <a:bodyPr anchor="b">
            <a:noAutofit/>
          </a:bodyPr>
          <a:lstStyle>
            <a:lvl1pPr algn="ctr">
              <a:defRPr sz="3600" b="1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836" y="4015897"/>
            <a:ext cx="10954328" cy="1415085"/>
          </a:xfrm>
        </p:spPr>
        <p:txBody>
          <a:bodyPr anchor="t">
            <a:norm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457185" indent="0" algn="ctr">
              <a:buNone/>
              <a:defRPr sz="1999"/>
            </a:lvl2pPr>
            <a:lvl3pPr marL="914371" indent="0" algn="ctr">
              <a:buNone/>
              <a:defRPr sz="1799"/>
            </a:lvl3pPr>
            <a:lvl4pPr marL="1371556" indent="0" algn="ctr">
              <a:buNone/>
              <a:defRPr sz="1599"/>
            </a:lvl4pPr>
            <a:lvl5pPr marL="1828743" indent="0" algn="ctr">
              <a:buNone/>
              <a:defRPr sz="1599"/>
            </a:lvl5pPr>
            <a:lvl6pPr marL="2285928" indent="0" algn="ctr">
              <a:buNone/>
              <a:defRPr sz="1599"/>
            </a:lvl6pPr>
            <a:lvl7pPr marL="2743114" indent="0" algn="ctr">
              <a:buNone/>
              <a:defRPr sz="1599"/>
            </a:lvl7pPr>
            <a:lvl8pPr marL="3200299" indent="0" algn="ctr">
              <a:buNone/>
              <a:defRPr sz="1599"/>
            </a:lvl8pPr>
            <a:lvl9pPr marL="3657486" indent="0" algn="ctr">
              <a:buNone/>
              <a:defRPr sz="1599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B4D8390-D76A-F143-BE81-45A186A54B8C}"/>
              </a:ext>
            </a:extLst>
          </p:cNvPr>
          <p:cNvCxnSpPr>
            <a:cxnSpLocks/>
          </p:cNvCxnSpPr>
          <p:nvPr userDrawn="1"/>
        </p:nvCxnSpPr>
        <p:spPr>
          <a:xfrm>
            <a:off x="4773860" y="3937547"/>
            <a:ext cx="2644280" cy="8361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A78A814-8FAA-8CE2-BCE1-8D19729C835D}"/>
              </a:ext>
            </a:extLst>
          </p:cNvPr>
          <p:cNvGrpSpPr/>
          <p:nvPr userDrawn="1"/>
        </p:nvGrpSpPr>
        <p:grpSpPr>
          <a:xfrm>
            <a:off x="11178073" y="6029035"/>
            <a:ext cx="337542" cy="45719"/>
            <a:chOff x="3182196" y="1041756"/>
            <a:chExt cx="545550" cy="73893"/>
          </a:xfrm>
          <a:solidFill>
            <a:schemeClr val="bg2"/>
          </a:solidFill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979E6B-11A4-667C-5AC2-B9420C4E154A}"/>
                </a:ext>
              </a:extLst>
            </p:cNvPr>
            <p:cNvSpPr/>
            <p:nvPr userDrawn="1"/>
          </p:nvSpPr>
          <p:spPr>
            <a:xfrm>
              <a:off x="3182196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E421C81-A79F-B7CD-7DC9-FBAE4F4252F0}"/>
                </a:ext>
              </a:extLst>
            </p:cNvPr>
            <p:cNvSpPr/>
            <p:nvPr userDrawn="1"/>
          </p:nvSpPr>
          <p:spPr>
            <a:xfrm>
              <a:off x="3300111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6C94C82-DB16-24A9-0AA5-9FF1C9358EFE}"/>
                </a:ext>
              </a:extLst>
            </p:cNvPr>
            <p:cNvSpPr/>
            <p:nvPr userDrawn="1"/>
          </p:nvSpPr>
          <p:spPr>
            <a:xfrm>
              <a:off x="3418025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1D36899-8F27-FD44-02BB-3C1C353DB8FE}"/>
                </a:ext>
              </a:extLst>
            </p:cNvPr>
            <p:cNvSpPr/>
            <p:nvPr userDrawn="1"/>
          </p:nvSpPr>
          <p:spPr>
            <a:xfrm>
              <a:off x="3535940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118527B-B2DE-C97A-9273-81137C11FD08}"/>
                </a:ext>
              </a:extLst>
            </p:cNvPr>
            <p:cNvSpPr/>
            <p:nvPr userDrawn="1"/>
          </p:nvSpPr>
          <p:spPr>
            <a:xfrm>
              <a:off x="3653855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8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3B5CAC6-451B-09BF-F8A2-BFA301993543}"/>
              </a:ext>
            </a:extLst>
          </p:cNvPr>
          <p:cNvSpPr/>
          <p:nvPr userDrawn="1"/>
        </p:nvSpPr>
        <p:spPr>
          <a:xfrm>
            <a:off x="5080000" y="1"/>
            <a:ext cx="7112000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43" y="369599"/>
            <a:ext cx="4141221" cy="2678401"/>
          </a:xfrm>
        </p:spPr>
        <p:txBody>
          <a:bodyPr anchor="t">
            <a:noAutofit/>
          </a:bodyPr>
          <a:lstStyle>
            <a:lvl1pPr>
              <a:defRPr sz="3200" b="1" spc="15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48D1359-41F4-EA48-F73C-BD71A6ADD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3E1BDAD-0EE2-D15B-A5F6-306FA5149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1"/>
            <a:ext cx="411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Designed by PoweredTemplate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B5AA90-70FF-FBC3-DB18-FE9573D33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A7AE6CF-3F6D-C76A-4211-8D2C150F695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178700" y="369599"/>
            <a:ext cx="6175101" cy="58072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  <a:lvl2pPr marL="609585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2pPr>
            <a:lvl3pPr marL="121917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3pPr>
            <a:lvl4pPr marL="1828754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4pPr>
            <a:lvl5pPr marL="2438339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2A8620-7C31-FCC6-894F-BDC393C0AA41}"/>
              </a:ext>
            </a:extLst>
          </p:cNvPr>
          <p:cNvGrpSpPr/>
          <p:nvPr userDrawn="1"/>
        </p:nvGrpSpPr>
        <p:grpSpPr>
          <a:xfrm>
            <a:off x="916473" y="3313543"/>
            <a:ext cx="337542" cy="45719"/>
            <a:chOff x="3182196" y="1041756"/>
            <a:chExt cx="545550" cy="73893"/>
          </a:xfrm>
          <a:solidFill>
            <a:schemeClr val="bg2"/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C500B4-1953-273D-CD74-6AF357897F5E}"/>
                </a:ext>
              </a:extLst>
            </p:cNvPr>
            <p:cNvSpPr/>
            <p:nvPr userDrawn="1"/>
          </p:nvSpPr>
          <p:spPr>
            <a:xfrm>
              <a:off x="3182196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9E797F4-B9A6-662F-27AE-9F3C16905F5E}"/>
                </a:ext>
              </a:extLst>
            </p:cNvPr>
            <p:cNvSpPr/>
            <p:nvPr userDrawn="1"/>
          </p:nvSpPr>
          <p:spPr>
            <a:xfrm>
              <a:off x="3300111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0311BF3-68FA-7DF3-4894-04947A7B1C2F}"/>
                </a:ext>
              </a:extLst>
            </p:cNvPr>
            <p:cNvSpPr/>
            <p:nvPr userDrawn="1"/>
          </p:nvSpPr>
          <p:spPr>
            <a:xfrm>
              <a:off x="3418025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6C87D45-B929-D7C2-E30E-2E4A25DEC582}"/>
                </a:ext>
              </a:extLst>
            </p:cNvPr>
            <p:cNvSpPr/>
            <p:nvPr userDrawn="1"/>
          </p:nvSpPr>
          <p:spPr>
            <a:xfrm>
              <a:off x="3535940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D40F17-7528-4B00-3D6D-53A5E1B5FE91}"/>
                </a:ext>
              </a:extLst>
            </p:cNvPr>
            <p:cNvSpPr/>
            <p:nvPr userDrawn="1"/>
          </p:nvSpPr>
          <p:spPr>
            <a:xfrm>
              <a:off x="3653855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2772A8-60A3-7D20-4FC7-1F6FD25B95C3}"/>
              </a:ext>
            </a:extLst>
          </p:cNvPr>
          <p:cNvSpPr/>
          <p:nvPr userDrawn="1"/>
        </p:nvSpPr>
        <p:spPr>
          <a:xfrm>
            <a:off x="0" y="1"/>
            <a:ext cx="4269512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FE8605A-5286-946F-39B5-6823C8A9C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56AE1D2-D7C3-E29B-BB16-B352E8EB2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1"/>
            <a:ext cx="411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Designed by PoweredTemplate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AB9303B-74EA-8A0E-8A2F-7257B0874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75334B-03A2-D44F-D370-4CD34BAA0348}"/>
              </a:ext>
            </a:extLst>
          </p:cNvPr>
          <p:cNvCxnSpPr>
            <a:cxnSpLocks/>
          </p:cNvCxnSpPr>
          <p:nvPr userDrawn="1"/>
        </p:nvCxnSpPr>
        <p:spPr>
          <a:xfrm>
            <a:off x="854078" y="2523129"/>
            <a:ext cx="2644280" cy="8361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8E9589-E1C1-2669-3FB9-C7C86421BE1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59648" y="360363"/>
            <a:ext cx="6894153" cy="581818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  <a:lvl2pPr marL="609585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2pPr>
            <a:lvl3pPr marL="121917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3pPr>
            <a:lvl4pPr marL="1828754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4pPr>
            <a:lvl5pPr marL="2438339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5476C3C-3B76-4112-6D74-7090971792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43" y="369600"/>
            <a:ext cx="3422169" cy="2105746"/>
          </a:xfrm>
        </p:spPr>
        <p:txBody>
          <a:bodyPr anchor="t">
            <a:noAutofit/>
          </a:bodyPr>
          <a:lstStyle>
            <a:lvl1pPr>
              <a:defRPr sz="3200" b="1" spc="15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31F8770A-D13F-BC94-CBDD-FF8380908596}"/>
              </a:ext>
            </a:extLst>
          </p:cNvPr>
          <p:cNvSpPr/>
          <p:nvPr userDrawn="1"/>
        </p:nvSpPr>
        <p:spPr>
          <a:xfrm>
            <a:off x="838199" y="-1828801"/>
            <a:ext cx="10515602" cy="10515602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85EAFF-CBBE-5060-32EE-47114264611F}"/>
              </a:ext>
            </a:extLst>
          </p:cNvPr>
          <p:cNvSpPr/>
          <p:nvPr userDrawn="1"/>
        </p:nvSpPr>
        <p:spPr>
          <a:xfrm>
            <a:off x="1999488" y="-667512"/>
            <a:ext cx="8193024" cy="8193024"/>
          </a:xfrm>
          <a:prstGeom prst="ellipse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12DFB49-5D0D-07BE-BC84-3FE3AE30C371}"/>
              </a:ext>
            </a:extLst>
          </p:cNvPr>
          <p:cNvSpPr/>
          <p:nvPr userDrawn="1"/>
        </p:nvSpPr>
        <p:spPr>
          <a:xfrm>
            <a:off x="3160776" y="493776"/>
            <a:ext cx="5870448" cy="5870448"/>
          </a:xfrm>
          <a:prstGeom prst="ellipse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808285B-DFBC-B2DE-EBBC-CEC1E3C29E7E}"/>
              </a:ext>
            </a:extLst>
          </p:cNvPr>
          <p:cNvSpPr/>
          <p:nvPr userDrawn="1"/>
        </p:nvSpPr>
        <p:spPr>
          <a:xfrm>
            <a:off x="4327934" y="1660934"/>
            <a:ext cx="3536132" cy="3536132"/>
          </a:xfrm>
          <a:prstGeom prst="ellipse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1850" y="2669761"/>
            <a:ext cx="10528300" cy="1045804"/>
          </a:xfrm>
        </p:spPr>
        <p:txBody>
          <a:bodyPr anchor="b">
            <a:noAutofit/>
          </a:bodyPr>
          <a:lstStyle>
            <a:lvl1pPr algn="ctr">
              <a:defRPr sz="3200" b="1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3741352"/>
            <a:ext cx="105283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99">
                <a:solidFill>
                  <a:schemeClr val="bg2"/>
                </a:solidFill>
              </a:defRPr>
            </a:lvl1pPr>
            <a:lvl2pPr marL="457185" indent="0" algn="ctr">
              <a:buNone/>
              <a:defRPr sz="1999"/>
            </a:lvl2pPr>
            <a:lvl3pPr marL="914371" indent="0" algn="ctr">
              <a:buNone/>
              <a:defRPr sz="1799"/>
            </a:lvl3pPr>
            <a:lvl4pPr marL="1371556" indent="0" algn="ctr">
              <a:buNone/>
              <a:defRPr sz="1599"/>
            </a:lvl4pPr>
            <a:lvl5pPr marL="1828743" indent="0" algn="ctr">
              <a:buNone/>
              <a:defRPr sz="1599"/>
            </a:lvl5pPr>
            <a:lvl6pPr marL="2285928" indent="0" algn="ctr">
              <a:buNone/>
              <a:defRPr sz="1599"/>
            </a:lvl6pPr>
            <a:lvl7pPr marL="2743114" indent="0" algn="ctr">
              <a:buNone/>
              <a:defRPr sz="1599"/>
            </a:lvl7pPr>
            <a:lvl8pPr marL="3200299" indent="0" algn="ctr">
              <a:buNone/>
              <a:defRPr sz="1599"/>
            </a:lvl8pPr>
            <a:lvl9pPr marL="3657486" indent="0" algn="ctr">
              <a:buNone/>
              <a:defRPr sz="1599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112B6A6B-6557-25C0-A79A-CA0C627A9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512C118-04A4-BB37-1B09-45C121538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1"/>
            <a:ext cx="411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Designed by PoweredTemplate</a:t>
            </a:r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438011C-6910-FC33-D6B5-CF909F8FF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C212BE-2649-981A-DF68-A05E3DC32ED9}"/>
              </a:ext>
            </a:extLst>
          </p:cNvPr>
          <p:cNvGrpSpPr/>
          <p:nvPr userDrawn="1"/>
        </p:nvGrpSpPr>
        <p:grpSpPr>
          <a:xfrm>
            <a:off x="5744832" y="5919718"/>
            <a:ext cx="702335" cy="45721"/>
            <a:chOff x="5711699" y="4532743"/>
            <a:chExt cx="702335" cy="4572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BA5EFF-7005-77A5-65D8-F462F2CAB90E}"/>
                </a:ext>
              </a:extLst>
            </p:cNvPr>
            <p:cNvSpPr/>
            <p:nvPr userDrawn="1"/>
          </p:nvSpPr>
          <p:spPr>
            <a:xfrm>
              <a:off x="5711699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A547767-2E1D-3D13-FC50-4084988DBF2A}"/>
                </a:ext>
              </a:extLst>
            </p:cNvPr>
            <p:cNvSpPr/>
            <p:nvPr userDrawn="1"/>
          </p:nvSpPr>
          <p:spPr>
            <a:xfrm>
              <a:off x="5784655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1B83C40-375A-7EA2-A944-0FE2A38AE5E8}"/>
                </a:ext>
              </a:extLst>
            </p:cNvPr>
            <p:cNvSpPr/>
            <p:nvPr userDrawn="1"/>
          </p:nvSpPr>
          <p:spPr>
            <a:xfrm>
              <a:off x="5857611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84133D-EA37-C680-C93A-FF34B5FBD38D}"/>
                </a:ext>
              </a:extLst>
            </p:cNvPr>
            <p:cNvSpPr/>
            <p:nvPr userDrawn="1"/>
          </p:nvSpPr>
          <p:spPr>
            <a:xfrm>
              <a:off x="5930567" y="4532743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80F4E10-6CEE-B155-B5DC-E50E1821C06D}"/>
                </a:ext>
              </a:extLst>
            </p:cNvPr>
            <p:cNvSpPr/>
            <p:nvPr userDrawn="1"/>
          </p:nvSpPr>
          <p:spPr>
            <a:xfrm>
              <a:off x="6003536" y="4532746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AEC3E32-7A0C-B447-5987-B08F27DB726C}"/>
                </a:ext>
              </a:extLst>
            </p:cNvPr>
            <p:cNvSpPr/>
            <p:nvPr userDrawn="1"/>
          </p:nvSpPr>
          <p:spPr>
            <a:xfrm>
              <a:off x="6076479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2B774B-5896-69AB-B773-46A3AF0603E5}"/>
                </a:ext>
              </a:extLst>
            </p:cNvPr>
            <p:cNvSpPr/>
            <p:nvPr userDrawn="1"/>
          </p:nvSpPr>
          <p:spPr>
            <a:xfrm>
              <a:off x="6149435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B3E8361-2B6D-6518-3782-D244690521AA}"/>
                </a:ext>
              </a:extLst>
            </p:cNvPr>
            <p:cNvSpPr/>
            <p:nvPr userDrawn="1"/>
          </p:nvSpPr>
          <p:spPr>
            <a:xfrm>
              <a:off x="6222391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14D5D9F-C3AD-865C-9405-AE0C00097F9A}"/>
                </a:ext>
              </a:extLst>
            </p:cNvPr>
            <p:cNvSpPr/>
            <p:nvPr userDrawn="1"/>
          </p:nvSpPr>
          <p:spPr>
            <a:xfrm>
              <a:off x="6295347" y="4532743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6DA4060-2CCE-6CFD-ACB0-29878DA6794F}"/>
                </a:ext>
              </a:extLst>
            </p:cNvPr>
            <p:cNvSpPr/>
            <p:nvPr userDrawn="1"/>
          </p:nvSpPr>
          <p:spPr>
            <a:xfrm>
              <a:off x="6368316" y="4532746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9512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2263D-C614-B4C5-26CC-9C7AE0C67F6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105A7E-346A-8F92-AFD6-95BB867BF94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38202" y="1819275"/>
            <a:ext cx="10515596" cy="435091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  <a:lvl2pPr marL="609585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2pPr>
            <a:lvl3pPr marL="121917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3pPr>
            <a:lvl4pPr marL="1828754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4pPr>
            <a:lvl5pPr marL="2438339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9250F6-0AE1-42EE-91A7-DA203E968778}"/>
              </a:ext>
            </a:extLst>
          </p:cNvPr>
          <p:cNvCxnSpPr>
            <a:cxnSpLocks/>
          </p:cNvCxnSpPr>
          <p:nvPr userDrawn="1"/>
        </p:nvCxnSpPr>
        <p:spPr>
          <a:xfrm>
            <a:off x="854078" y="1755563"/>
            <a:ext cx="2644280" cy="8361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360430D-5147-EAA9-52AB-F11A4B26E6E5}"/>
              </a:ext>
            </a:extLst>
          </p:cNvPr>
          <p:cNvGrpSpPr/>
          <p:nvPr userDrawn="1"/>
        </p:nvGrpSpPr>
        <p:grpSpPr>
          <a:xfrm rot="16200000">
            <a:off x="11240469" y="3406139"/>
            <a:ext cx="702335" cy="45721"/>
            <a:chOff x="5711699" y="4532743"/>
            <a:chExt cx="702335" cy="45721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E05E415-03E0-F5E5-AB46-7652A51C3E96}"/>
                </a:ext>
              </a:extLst>
            </p:cNvPr>
            <p:cNvSpPr/>
            <p:nvPr userDrawn="1"/>
          </p:nvSpPr>
          <p:spPr>
            <a:xfrm>
              <a:off x="5711699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74CC1F6-33F6-E1EA-B634-6CEC78A539C3}"/>
                </a:ext>
              </a:extLst>
            </p:cNvPr>
            <p:cNvSpPr/>
            <p:nvPr userDrawn="1"/>
          </p:nvSpPr>
          <p:spPr>
            <a:xfrm>
              <a:off x="5784655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0952D2E-C44E-23DC-78C0-A7BA11A60B8C}"/>
                </a:ext>
              </a:extLst>
            </p:cNvPr>
            <p:cNvSpPr/>
            <p:nvPr userDrawn="1"/>
          </p:nvSpPr>
          <p:spPr>
            <a:xfrm>
              <a:off x="5857611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A2B5AE0-5E1F-7EDC-F2F1-F6C2AB20D4B0}"/>
                </a:ext>
              </a:extLst>
            </p:cNvPr>
            <p:cNvSpPr/>
            <p:nvPr userDrawn="1"/>
          </p:nvSpPr>
          <p:spPr>
            <a:xfrm>
              <a:off x="5930567" y="4532743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41F9D60-46F3-F701-0AAA-2F264C41473A}"/>
                </a:ext>
              </a:extLst>
            </p:cNvPr>
            <p:cNvSpPr/>
            <p:nvPr userDrawn="1"/>
          </p:nvSpPr>
          <p:spPr>
            <a:xfrm>
              <a:off x="6003536" y="4532746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7E630B5-14AB-9D90-67EE-D42438459D26}"/>
                </a:ext>
              </a:extLst>
            </p:cNvPr>
            <p:cNvSpPr/>
            <p:nvPr userDrawn="1"/>
          </p:nvSpPr>
          <p:spPr>
            <a:xfrm>
              <a:off x="6076479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7AF9145-BDB9-D5C8-550A-056C955B6250}"/>
                </a:ext>
              </a:extLst>
            </p:cNvPr>
            <p:cNvSpPr/>
            <p:nvPr userDrawn="1"/>
          </p:nvSpPr>
          <p:spPr>
            <a:xfrm>
              <a:off x="6149435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E1CA713-29CB-6BE9-AB1A-0D8D593D0B00}"/>
                </a:ext>
              </a:extLst>
            </p:cNvPr>
            <p:cNvSpPr/>
            <p:nvPr userDrawn="1"/>
          </p:nvSpPr>
          <p:spPr>
            <a:xfrm>
              <a:off x="6222391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2FB5C48-F160-0B03-15D7-E851986CED95}"/>
                </a:ext>
              </a:extLst>
            </p:cNvPr>
            <p:cNvSpPr/>
            <p:nvPr userDrawn="1"/>
          </p:nvSpPr>
          <p:spPr>
            <a:xfrm>
              <a:off x="6295347" y="4532743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805755A-0AF8-4D75-541E-EAA892309AC6}"/>
                </a:ext>
              </a:extLst>
            </p:cNvPr>
            <p:cNvSpPr/>
            <p:nvPr userDrawn="1"/>
          </p:nvSpPr>
          <p:spPr>
            <a:xfrm>
              <a:off x="6368316" y="4532746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5277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5F36121-ADF6-F1CC-25BC-8C8CCE0F7C51}"/>
              </a:ext>
            </a:extLst>
          </p:cNvPr>
          <p:cNvSpPr/>
          <p:nvPr userDrawn="1"/>
        </p:nvSpPr>
        <p:spPr>
          <a:xfrm flipH="1" flipV="1">
            <a:off x="0" y="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8CB44-7012-E44D-EB62-816B722DB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060220-C841-9847-18B6-BFB8F421B48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38202" y="1819275"/>
            <a:ext cx="10515596" cy="43592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  <a:lvl2pPr marL="609585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2pPr>
            <a:lvl3pPr marL="121917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3pPr>
            <a:lvl4pPr marL="1828754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4pPr>
            <a:lvl5pPr marL="2438339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26F695-7ED1-A21D-C7BB-78C8376701A9}"/>
              </a:ext>
            </a:extLst>
          </p:cNvPr>
          <p:cNvGrpSpPr/>
          <p:nvPr userDrawn="1"/>
        </p:nvGrpSpPr>
        <p:grpSpPr>
          <a:xfrm rot="5400000">
            <a:off x="445419" y="1007429"/>
            <a:ext cx="337542" cy="45719"/>
            <a:chOff x="3182196" y="1041756"/>
            <a:chExt cx="545550" cy="73893"/>
          </a:xfrm>
          <a:solidFill>
            <a:schemeClr val="bg2"/>
          </a:solidFill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C54AB8E-895A-3A28-8C3F-8146C443DF50}"/>
                </a:ext>
              </a:extLst>
            </p:cNvPr>
            <p:cNvSpPr/>
            <p:nvPr userDrawn="1"/>
          </p:nvSpPr>
          <p:spPr>
            <a:xfrm>
              <a:off x="3182196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20AC83F-792A-FF8B-7553-57302B7D93B0}"/>
                </a:ext>
              </a:extLst>
            </p:cNvPr>
            <p:cNvSpPr/>
            <p:nvPr userDrawn="1"/>
          </p:nvSpPr>
          <p:spPr>
            <a:xfrm>
              <a:off x="3300111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32B8F26-5A1D-BA85-1A0C-BF19F30F6ACC}"/>
                </a:ext>
              </a:extLst>
            </p:cNvPr>
            <p:cNvSpPr/>
            <p:nvPr userDrawn="1"/>
          </p:nvSpPr>
          <p:spPr>
            <a:xfrm>
              <a:off x="3418025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2D68156-63F7-9648-494B-50560D6CC206}"/>
                </a:ext>
              </a:extLst>
            </p:cNvPr>
            <p:cNvSpPr/>
            <p:nvPr userDrawn="1"/>
          </p:nvSpPr>
          <p:spPr>
            <a:xfrm>
              <a:off x="3535940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4B94C6A-AE4B-141C-6996-F857023EF185}"/>
                </a:ext>
              </a:extLst>
            </p:cNvPr>
            <p:cNvSpPr/>
            <p:nvPr userDrawn="1"/>
          </p:nvSpPr>
          <p:spPr>
            <a:xfrm>
              <a:off x="3653855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56B581-D9C3-D36A-CACD-E01A165C49E9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10256700" y="4746960"/>
            <a:ext cx="2644280" cy="8361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1171C9-DF81-42C0-4A3D-5DDC6DDA2DAF}"/>
              </a:ext>
            </a:extLst>
          </p:cNvPr>
          <p:cNvSpPr/>
          <p:nvPr userDrawn="1"/>
        </p:nvSpPr>
        <p:spPr>
          <a:xfrm>
            <a:off x="0" y="1"/>
            <a:ext cx="8153402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67348B4-40B7-6681-5CE4-49402680D1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68390" y="1"/>
            <a:ext cx="4104773" cy="617855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6F84F6C-ACBD-34EA-1613-13ED5E12C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6444796" cy="1339128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League Gothic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B6F33A-2717-0417-5824-A34D2FE5ECE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3455" y="1819275"/>
            <a:ext cx="6444800" cy="4359276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/>
                </a:solidFill>
              </a:defRPr>
            </a:lvl1pPr>
            <a:lvl2pPr marL="457185" indent="0">
              <a:buFontTx/>
              <a:buNone/>
              <a:defRPr>
                <a:solidFill>
                  <a:schemeClr val="bg2"/>
                </a:solidFill>
              </a:defRPr>
            </a:lvl2pPr>
            <a:lvl3pPr marL="914372" indent="0">
              <a:buFontTx/>
              <a:buNone/>
              <a:defRPr>
                <a:solidFill>
                  <a:schemeClr val="bg2"/>
                </a:solidFill>
              </a:defRPr>
            </a:lvl3pPr>
            <a:lvl4pPr marL="1371556" indent="0">
              <a:buFontTx/>
              <a:buNone/>
              <a:defRPr>
                <a:solidFill>
                  <a:schemeClr val="bg2"/>
                </a:solidFill>
              </a:defRPr>
            </a:lvl4pPr>
            <a:lvl5pPr marL="1828741" indent="0">
              <a:buFontTx/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726842-A052-81CB-801D-911F6BC87313}"/>
              </a:ext>
            </a:extLst>
          </p:cNvPr>
          <p:cNvCxnSpPr>
            <a:cxnSpLocks/>
          </p:cNvCxnSpPr>
          <p:nvPr userDrawn="1"/>
        </p:nvCxnSpPr>
        <p:spPr>
          <a:xfrm>
            <a:off x="854078" y="1755202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280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7E7C35-0B5D-6848-825D-6020E5F8691B}"/>
              </a:ext>
            </a:extLst>
          </p:cNvPr>
          <p:cNvSpPr/>
          <p:nvPr userDrawn="1"/>
        </p:nvSpPr>
        <p:spPr>
          <a:xfrm>
            <a:off x="0" y="1"/>
            <a:ext cx="4544291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207D664-1AF2-632C-8BE4-49126B34A3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835" y="1"/>
            <a:ext cx="4105656" cy="617855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BAF1CC1-4F3D-F0B4-31FE-A9A3782D4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09005" y="360363"/>
            <a:ext cx="6444796" cy="1339128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League Gothic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7AB03F-B321-D752-4D5E-5A47A3E00C3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04258" y="1819275"/>
            <a:ext cx="6444800" cy="4359276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/>
                </a:solidFill>
              </a:defRPr>
            </a:lvl1pPr>
            <a:lvl2pPr marL="457185" indent="0">
              <a:buFontTx/>
              <a:buNone/>
              <a:defRPr>
                <a:solidFill>
                  <a:schemeClr val="bg2"/>
                </a:solidFill>
              </a:defRPr>
            </a:lvl2pPr>
            <a:lvl3pPr marL="914372" indent="0">
              <a:buFontTx/>
              <a:buNone/>
              <a:defRPr>
                <a:solidFill>
                  <a:schemeClr val="bg2"/>
                </a:solidFill>
              </a:defRPr>
            </a:lvl3pPr>
            <a:lvl4pPr marL="1371556" indent="0">
              <a:buFontTx/>
              <a:buNone/>
              <a:defRPr>
                <a:solidFill>
                  <a:schemeClr val="bg2"/>
                </a:solidFill>
              </a:defRPr>
            </a:lvl4pPr>
            <a:lvl5pPr marL="1828741" indent="0">
              <a:buFontTx/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257810-7B7C-253A-934E-BC2AF38C9B96}"/>
              </a:ext>
            </a:extLst>
          </p:cNvPr>
          <p:cNvCxnSpPr>
            <a:cxnSpLocks/>
          </p:cNvCxnSpPr>
          <p:nvPr userDrawn="1"/>
        </p:nvCxnSpPr>
        <p:spPr>
          <a:xfrm>
            <a:off x="10366955" y="1759383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871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08369E-5623-335C-1F1B-4E1AB27F5488}"/>
              </a:ext>
            </a:extLst>
          </p:cNvPr>
          <p:cNvSpPr/>
          <p:nvPr userDrawn="1"/>
        </p:nvSpPr>
        <p:spPr>
          <a:xfrm flipH="1">
            <a:off x="4038598" y="1"/>
            <a:ext cx="8153402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8015" y="594803"/>
            <a:ext cx="6977849" cy="5362113"/>
          </a:xfrm>
        </p:spPr>
        <p:txBody>
          <a:bodyPr anchor="ctr">
            <a:normAutofit/>
          </a:bodyPr>
          <a:lstStyle>
            <a:lvl1pPr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078" y="1840620"/>
            <a:ext cx="3052097" cy="365125"/>
          </a:xfrm>
        </p:spPr>
        <p:txBody>
          <a:bodyPr anchor="b">
            <a:normAutofit/>
          </a:bodyPr>
          <a:lstStyle>
            <a:lvl1pPr marL="0" indent="0" algn="l">
              <a:buNone/>
              <a:defRPr sz="1599">
                <a:solidFill>
                  <a:schemeClr val="bg2"/>
                </a:solidFill>
              </a:defRPr>
            </a:lvl1pPr>
            <a:lvl2pPr marL="457185" indent="0" algn="ctr">
              <a:buNone/>
              <a:defRPr sz="1999"/>
            </a:lvl2pPr>
            <a:lvl3pPr marL="914371" indent="0" algn="ctr">
              <a:buNone/>
              <a:defRPr sz="1799"/>
            </a:lvl3pPr>
            <a:lvl4pPr marL="1371556" indent="0" algn="ctr">
              <a:buNone/>
              <a:defRPr sz="1599"/>
            </a:lvl4pPr>
            <a:lvl5pPr marL="1828743" indent="0" algn="ctr">
              <a:buNone/>
              <a:defRPr sz="1599"/>
            </a:lvl5pPr>
            <a:lvl6pPr marL="2285928" indent="0" algn="ctr">
              <a:buNone/>
              <a:defRPr sz="1599"/>
            </a:lvl6pPr>
            <a:lvl7pPr marL="2743114" indent="0" algn="ctr">
              <a:buNone/>
              <a:defRPr sz="1599"/>
            </a:lvl7pPr>
            <a:lvl8pPr marL="3200299" indent="0" algn="ctr">
              <a:buNone/>
              <a:defRPr sz="1599"/>
            </a:lvl8pPr>
            <a:lvl9pPr marL="3657486" indent="0" algn="ctr">
              <a:buNone/>
              <a:defRPr sz="1599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6" name="Date Placeholder 2">
            <a:extLst>
              <a:ext uri="{FF2B5EF4-FFF2-40B4-BE49-F238E27FC236}">
                <a16:creationId xmlns:a16="http://schemas.microsoft.com/office/drawing/2014/main" id="{3E53CC37-F6A7-535B-25C1-B6A31C68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6B5482D5-B8B9-482F-6E6F-6C7BEC449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Designed by PoweredTemplate</a:t>
            </a:r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19D2479A-BC8F-A43C-A06E-3849C60E6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6ADFFC-2F46-86E1-93BE-BB489CA7849A}"/>
              </a:ext>
            </a:extLst>
          </p:cNvPr>
          <p:cNvGrpSpPr/>
          <p:nvPr userDrawn="1"/>
        </p:nvGrpSpPr>
        <p:grpSpPr>
          <a:xfrm>
            <a:off x="854078" y="1654492"/>
            <a:ext cx="702335" cy="45721"/>
            <a:chOff x="5711699" y="4532743"/>
            <a:chExt cx="702335" cy="4572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D17B36A-7A42-B357-D02C-975B72EF386E}"/>
                </a:ext>
              </a:extLst>
            </p:cNvPr>
            <p:cNvSpPr/>
            <p:nvPr userDrawn="1"/>
          </p:nvSpPr>
          <p:spPr>
            <a:xfrm>
              <a:off x="5711699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E4B5F0E-04A2-013D-9369-8735487DAC2F}"/>
                </a:ext>
              </a:extLst>
            </p:cNvPr>
            <p:cNvSpPr/>
            <p:nvPr userDrawn="1"/>
          </p:nvSpPr>
          <p:spPr>
            <a:xfrm>
              <a:off x="5784655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6BF0E5A-8B84-2DC7-C0AD-EF2F5C750092}"/>
                </a:ext>
              </a:extLst>
            </p:cNvPr>
            <p:cNvSpPr/>
            <p:nvPr userDrawn="1"/>
          </p:nvSpPr>
          <p:spPr>
            <a:xfrm>
              <a:off x="5857611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42872C1-58E8-3704-1970-03023C9408E8}"/>
                </a:ext>
              </a:extLst>
            </p:cNvPr>
            <p:cNvSpPr/>
            <p:nvPr userDrawn="1"/>
          </p:nvSpPr>
          <p:spPr>
            <a:xfrm>
              <a:off x="5930567" y="4532743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F97CFC4-CA04-A74B-C129-614A52733FC5}"/>
                </a:ext>
              </a:extLst>
            </p:cNvPr>
            <p:cNvSpPr/>
            <p:nvPr userDrawn="1"/>
          </p:nvSpPr>
          <p:spPr>
            <a:xfrm>
              <a:off x="6003536" y="4532746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19C063A-0160-848A-BDE1-D854F99076AE}"/>
                </a:ext>
              </a:extLst>
            </p:cNvPr>
            <p:cNvSpPr/>
            <p:nvPr userDrawn="1"/>
          </p:nvSpPr>
          <p:spPr>
            <a:xfrm>
              <a:off x="6076479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962A16E-F0F3-2A84-6BBD-B3A72E2EE990}"/>
                </a:ext>
              </a:extLst>
            </p:cNvPr>
            <p:cNvSpPr/>
            <p:nvPr userDrawn="1"/>
          </p:nvSpPr>
          <p:spPr>
            <a:xfrm>
              <a:off x="6149435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D1A1A0B-FBBA-D408-13A2-86AED901962C}"/>
                </a:ext>
              </a:extLst>
            </p:cNvPr>
            <p:cNvSpPr/>
            <p:nvPr userDrawn="1"/>
          </p:nvSpPr>
          <p:spPr>
            <a:xfrm>
              <a:off x="6222391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FEADA26-E23C-0AA5-81D5-6A555C48EA6E}"/>
                </a:ext>
              </a:extLst>
            </p:cNvPr>
            <p:cNvSpPr/>
            <p:nvPr userDrawn="1"/>
          </p:nvSpPr>
          <p:spPr>
            <a:xfrm>
              <a:off x="6295347" y="4532743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01EAB38-580F-0C72-4A27-3B7895C54831}"/>
                </a:ext>
              </a:extLst>
            </p:cNvPr>
            <p:cNvSpPr/>
            <p:nvPr userDrawn="1"/>
          </p:nvSpPr>
          <p:spPr>
            <a:xfrm>
              <a:off x="6368316" y="4532746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487C986-13CD-8A28-7112-2FB1FBECB4A4}"/>
              </a:ext>
            </a:extLst>
          </p:cNvPr>
          <p:cNvSpPr txBox="1"/>
          <p:nvPr userDrawn="1"/>
        </p:nvSpPr>
        <p:spPr>
          <a:xfrm>
            <a:off x="4038598" y="5070554"/>
            <a:ext cx="506769" cy="11079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6AE779-7CCF-F35B-CDB7-CFF59A89CDAA}"/>
              </a:ext>
            </a:extLst>
          </p:cNvPr>
          <p:cNvSpPr txBox="1"/>
          <p:nvPr userDrawn="1"/>
        </p:nvSpPr>
        <p:spPr>
          <a:xfrm>
            <a:off x="10862259" y="373720"/>
            <a:ext cx="506769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203065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AC4D6F-E97C-A332-DB58-7FED8E7B5A5F}"/>
              </a:ext>
            </a:extLst>
          </p:cNvPr>
          <p:cNvSpPr/>
          <p:nvPr userDrawn="1"/>
        </p:nvSpPr>
        <p:spPr>
          <a:xfrm>
            <a:off x="0" y="3886199"/>
            <a:ext cx="12192000" cy="2971801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22395" y="2353367"/>
            <a:ext cx="2081609" cy="2225966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22395" y="4624688"/>
            <a:ext cx="208483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399" b="1" kern="1200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22395" y="5002152"/>
            <a:ext cx="2084832" cy="930552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2487" y="2353367"/>
            <a:ext cx="2081609" cy="2225966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1413" y="4624688"/>
            <a:ext cx="208483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399" b="1" kern="1200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1413" y="5016832"/>
            <a:ext cx="2084832" cy="930552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60431" y="4624688"/>
            <a:ext cx="208483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399" b="1" kern="1200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60431" y="5016832"/>
            <a:ext cx="2084832" cy="930552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62579" y="2353367"/>
            <a:ext cx="2081609" cy="2225966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79448" y="4624688"/>
            <a:ext cx="208483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399" b="1" kern="1200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79448" y="5002152"/>
            <a:ext cx="2084832" cy="930552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Designed by PoweredTemplate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61FEBFB4-47A3-5160-31ED-646DE11EEE3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682671" y="2353367"/>
            <a:ext cx="2081609" cy="2225966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49195B-6462-5C42-FAC0-B27E5A8B53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5CA46A-11FD-C045-C868-C7D85A3144DA}"/>
              </a:ext>
            </a:extLst>
          </p:cNvPr>
          <p:cNvCxnSpPr>
            <a:cxnSpLocks/>
          </p:cNvCxnSpPr>
          <p:nvPr userDrawn="1"/>
        </p:nvCxnSpPr>
        <p:spPr>
          <a:xfrm>
            <a:off x="10366955" y="1759383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22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6 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A1F445-1B22-3338-0C6E-5A499F21CD98}"/>
              </a:ext>
            </a:extLst>
          </p:cNvPr>
          <p:cNvSpPr/>
          <p:nvPr userDrawn="1"/>
        </p:nvSpPr>
        <p:spPr>
          <a:xfrm>
            <a:off x="0" y="3886199"/>
            <a:ext cx="12192000" cy="297180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197" y="2428875"/>
            <a:ext cx="1066799" cy="1066801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1267" y="2428875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b="1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991267" y="2791694"/>
            <a:ext cx="1828800" cy="70398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38196" y="4287711"/>
            <a:ext cx="1066799" cy="1066801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  <a:latin typeface="Space Mono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991267" y="4305099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b="1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991267" y="4649580"/>
            <a:ext cx="1828800" cy="70493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4FE0EAA4-2735-4836-1B61-8E1ACE69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1"/>
            <a:ext cx="2743201" cy="365125"/>
          </a:xfrm>
        </p:spPr>
        <p:txBody>
          <a:bodyPr/>
          <a:lstStyle>
            <a:lvl1pPr>
              <a:defRPr sz="9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72A03908-11BD-AF26-DF97-D59CAEDF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>
            <a:lvl1pPr>
              <a:defRPr sz="9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Designed by PoweredTemplate</a:t>
            </a:r>
            <a:endParaRPr lang="en-US" dirty="0"/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B5B76A51-CF1A-A767-9E49-7A9049CA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>
            <a:lvl1pPr>
              <a:defRPr sz="9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45" name="Picture Placeholder 10">
            <a:extLst>
              <a:ext uri="{FF2B5EF4-FFF2-40B4-BE49-F238E27FC236}">
                <a16:creationId xmlns:a16="http://schemas.microsoft.com/office/drawing/2014/main" id="{FAE6AD58-F732-9C83-3552-67BD38D0F12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05063" y="2423834"/>
            <a:ext cx="1066799" cy="1066801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247F117A-5E3E-3B39-4E17-438AED04A9B6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758133" y="242383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b="1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DF4282E-97E3-93EB-4546-AF64C8F481F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758133" y="2786653"/>
            <a:ext cx="1828800" cy="70398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8" name="Picture Placeholder 10">
            <a:extLst>
              <a:ext uri="{FF2B5EF4-FFF2-40B4-BE49-F238E27FC236}">
                <a16:creationId xmlns:a16="http://schemas.microsoft.com/office/drawing/2014/main" id="{1A3D2331-3723-3055-7C3E-8C1B815F6034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605062" y="4282670"/>
            <a:ext cx="1066799" cy="1066801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  <a:latin typeface="Space Mono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82ED647D-55E4-7953-CE5F-C19993A216B4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758133" y="430005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b="1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7936D051-99E8-05CB-01B5-43813B42FB9D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5758133" y="4644539"/>
            <a:ext cx="1828800" cy="70493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1" name="Picture Placeholder 10">
            <a:extLst>
              <a:ext uri="{FF2B5EF4-FFF2-40B4-BE49-F238E27FC236}">
                <a16:creationId xmlns:a16="http://schemas.microsoft.com/office/drawing/2014/main" id="{5F8C3294-C7D3-83CE-D866-5FAB9FABF68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371931" y="2422414"/>
            <a:ext cx="1066799" cy="1066801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9AD869AC-7C0C-5AD7-3568-47B30016196F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525001" y="24224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b="1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A9B0821-6B2B-EA1A-09E6-1D2A7844CC24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9525001" y="2785233"/>
            <a:ext cx="1828800" cy="70398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29CA327-469A-4366-B6CE-D2711986E6F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371930" y="4281250"/>
            <a:ext cx="1066799" cy="1066801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  <a:latin typeface="Space Mono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C1617A36-9E32-8D54-B5E8-3E031A505527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525001" y="429863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b="1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32264012-A385-C514-7AA9-AAC05737950E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9525001" y="4643119"/>
            <a:ext cx="1828800" cy="70493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6C21F-13A7-0F8A-B000-95ECBDF13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4DB0087-2D1D-5FB6-8B86-54DAE8D1093F}"/>
              </a:ext>
            </a:extLst>
          </p:cNvPr>
          <p:cNvGrpSpPr/>
          <p:nvPr userDrawn="1"/>
        </p:nvGrpSpPr>
        <p:grpSpPr>
          <a:xfrm>
            <a:off x="10651466" y="5773671"/>
            <a:ext cx="702335" cy="45721"/>
            <a:chOff x="5711699" y="4532743"/>
            <a:chExt cx="702335" cy="45721"/>
          </a:xfrm>
          <a:solidFill>
            <a:schemeClr val="tx1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0A26728-DB7B-FD46-552A-A27F3C4D8F5A}"/>
                </a:ext>
              </a:extLst>
            </p:cNvPr>
            <p:cNvSpPr/>
            <p:nvPr userDrawn="1"/>
          </p:nvSpPr>
          <p:spPr>
            <a:xfrm>
              <a:off x="5711699" y="4532745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B0E0E5C-5695-F76E-FF54-79A588CB2345}"/>
                </a:ext>
              </a:extLst>
            </p:cNvPr>
            <p:cNvSpPr/>
            <p:nvPr userDrawn="1"/>
          </p:nvSpPr>
          <p:spPr>
            <a:xfrm>
              <a:off x="5784655" y="4532745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5FF8755-E14E-A2A4-05B7-888D08BAF0D7}"/>
                </a:ext>
              </a:extLst>
            </p:cNvPr>
            <p:cNvSpPr/>
            <p:nvPr userDrawn="1"/>
          </p:nvSpPr>
          <p:spPr>
            <a:xfrm>
              <a:off x="5857611" y="4532745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5A6EDE1-29EC-F8B5-905D-433CC269CB6D}"/>
                </a:ext>
              </a:extLst>
            </p:cNvPr>
            <p:cNvSpPr/>
            <p:nvPr userDrawn="1"/>
          </p:nvSpPr>
          <p:spPr>
            <a:xfrm>
              <a:off x="5930567" y="4532743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E50E130-0C16-BB0F-0548-9DC36D6FE9C1}"/>
                </a:ext>
              </a:extLst>
            </p:cNvPr>
            <p:cNvSpPr/>
            <p:nvPr userDrawn="1"/>
          </p:nvSpPr>
          <p:spPr>
            <a:xfrm>
              <a:off x="6003536" y="4532746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06BDAA4-3B4F-722D-5625-104C3CA0B8E3}"/>
                </a:ext>
              </a:extLst>
            </p:cNvPr>
            <p:cNvSpPr/>
            <p:nvPr userDrawn="1"/>
          </p:nvSpPr>
          <p:spPr>
            <a:xfrm>
              <a:off x="6076479" y="4532745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EB83A3-87F9-A97D-D316-D1B155C1169B}"/>
                </a:ext>
              </a:extLst>
            </p:cNvPr>
            <p:cNvSpPr/>
            <p:nvPr userDrawn="1"/>
          </p:nvSpPr>
          <p:spPr>
            <a:xfrm>
              <a:off x="6149435" y="4532745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6DB2444-7B18-33EA-C0DC-B900DCA29E20}"/>
                </a:ext>
              </a:extLst>
            </p:cNvPr>
            <p:cNvSpPr/>
            <p:nvPr userDrawn="1"/>
          </p:nvSpPr>
          <p:spPr>
            <a:xfrm>
              <a:off x="6222391" y="4532745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A4E9E80-DCBF-C8A7-AAF0-C72DD448B2E7}"/>
                </a:ext>
              </a:extLst>
            </p:cNvPr>
            <p:cNvSpPr/>
            <p:nvPr userDrawn="1"/>
          </p:nvSpPr>
          <p:spPr>
            <a:xfrm>
              <a:off x="6295347" y="4532743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EF461E7-D2DF-FD11-8E59-85A62A88B3A0}"/>
                </a:ext>
              </a:extLst>
            </p:cNvPr>
            <p:cNvSpPr/>
            <p:nvPr userDrawn="1"/>
          </p:nvSpPr>
          <p:spPr>
            <a:xfrm>
              <a:off x="6368316" y="4532746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7120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17AD76-CFAB-A2FD-C84B-F767DA266090}"/>
              </a:ext>
            </a:extLst>
          </p:cNvPr>
          <p:cNvSpPr/>
          <p:nvPr userDrawn="1"/>
        </p:nvSpPr>
        <p:spPr>
          <a:xfrm flipH="1">
            <a:off x="0" y="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2" y="1729749"/>
            <a:ext cx="10515601" cy="412654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4DBD5-1318-DFFA-DB4E-F774CC958C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311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12D809-BD0B-AA0D-EA11-D3732889C403}"/>
              </a:ext>
            </a:extLst>
          </p:cNvPr>
          <p:cNvCxnSpPr>
            <a:cxnSpLocks/>
          </p:cNvCxnSpPr>
          <p:nvPr userDrawn="1"/>
        </p:nvCxnSpPr>
        <p:spPr>
          <a:xfrm flipV="1">
            <a:off x="2968308" y="3231058"/>
            <a:ext cx="1288912" cy="116802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B8EA9C-062B-889F-9D7F-35C4D20FD129}"/>
              </a:ext>
            </a:extLst>
          </p:cNvPr>
          <p:cNvCxnSpPr>
            <a:cxnSpLocks/>
          </p:cNvCxnSpPr>
          <p:nvPr userDrawn="1"/>
        </p:nvCxnSpPr>
        <p:spPr>
          <a:xfrm>
            <a:off x="4273099" y="3250689"/>
            <a:ext cx="2910126" cy="782513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13D162-3724-C2A0-A5F3-B4B5078C8D04}"/>
              </a:ext>
            </a:extLst>
          </p:cNvPr>
          <p:cNvCxnSpPr>
            <a:cxnSpLocks/>
          </p:cNvCxnSpPr>
          <p:nvPr userDrawn="1"/>
        </p:nvCxnSpPr>
        <p:spPr>
          <a:xfrm flipV="1">
            <a:off x="7183225" y="3079702"/>
            <a:ext cx="2781901" cy="952067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4117" y="3391876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19264" y="3958427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10538" y="2244935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12037" y="3656131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4117" y="3915313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30222" y="4497144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10538" y="2769167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12037" y="4181830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189EA6-F734-F65E-3B2A-2828445E91B2}"/>
              </a:ext>
            </a:extLst>
          </p:cNvPr>
          <p:cNvSpPr/>
          <p:nvPr userDrawn="1"/>
        </p:nvSpPr>
        <p:spPr>
          <a:xfrm>
            <a:off x="2675456" y="4105223"/>
            <a:ext cx="571504" cy="5760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utura LT Book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C9CC20-41F6-2203-BEFC-4D08D56BC2E3}"/>
              </a:ext>
            </a:extLst>
          </p:cNvPr>
          <p:cNvSpPr/>
          <p:nvPr userDrawn="1"/>
        </p:nvSpPr>
        <p:spPr>
          <a:xfrm>
            <a:off x="3961340" y="2962215"/>
            <a:ext cx="571504" cy="5760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utura LT Book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EF3DBF-536D-B5D2-4CE4-5901DDD6CEAA}"/>
              </a:ext>
            </a:extLst>
          </p:cNvPr>
          <p:cNvSpPr/>
          <p:nvPr userDrawn="1"/>
        </p:nvSpPr>
        <p:spPr>
          <a:xfrm>
            <a:off x="6890298" y="3748033"/>
            <a:ext cx="571504" cy="5760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utura LT Book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DBC8605-AB10-3939-F616-2D1E3D092509}"/>
              </a:ext>
            </a:extLst>
          </p:cNvPr>
          <p:cNvSpPr/>
          <p:nvPr userDrawn="1"/>
        </p:nvSpPr>
        <p:spPr>
          <a:xfrm>
            <a:off x="9679374" y="2783269"/>
            <a:ext cx="571504" cy="5760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utura LT Book" pitchFamily="2" charset="0"/>
            </a:endParaRPr>
          </a:p>
        </p:txBody>
      </p: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443C515E-3494-ED68-3BE8-EDB5FEF28D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9BF775E7-F416-F5AE-7B21-B5B903A28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  <a:endParaRPr lang="en-US" dirty="0"/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14FBA2DF-2169-7702-5DC4-388EAF6C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F54DD0-E1BF-5B48-046F-924C85318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09B14C8-3014-F309-4085-9BEC27A25E29}"/>
              </a:ext>
            </a:extLst>
          </p:cNvPr>
          <p:cNvCxnSpPr>
            <a:cxnSpLocks/>
          </p:cNvCxnSpPr>
          <p:nvPr userDrawn="1"/>
        </p:nvCxnSpPr>
        <p:spPr>
          <a:xfrm>
            <a:off x="831850" y="1759383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59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C65FE63-F601-F6F6-DCBC-38C6AD8AE300}"/>
              </a:ext>
            </a:extLst>
          </p:cNvPr>
          <p:cNvSpPr/>
          <p:nvPr userDrawn="1"/>
        </p:nvSpPr>
        <p:spPr>
          <a:xfrm flipV="1">
            <a:off x="714373" y="1700213"/>
            <a:ext cx="5338194" cy="4589751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E7E3AB-0AA2-E8FA-C7CB-F4BB323BFC3B}"/>
              </a:ext>
            </a:extLst>
          </p:cNvPr>
          <p:cNvSpPr/>
          <p:nvPr userDrawn="1"/>
        </p:nvSpPr>
        <p:spPr>
          <a:xfrm flipH="1">
            <a:off x="6142606" y="1700213"/>
            <a:ext cx="5338194" cy="4589751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197" y="1828511"/>
            <a:ext cx="5090547" cy="693016"/>
          </a:xfrm>
        </p:spPr>
        <p:txBody>
          <a:bodyPr anchor="ctr">
            <a:noAutofit/>
          </a:bodyPr>
          <a:lstStyle>
            <a:lvl1pPr marL="0" indent="0">
              <a:buNone/>
              <a:defRPr lang="en-US" sz="1999" b="1" kern="1200" spc="15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7" y="2649826"/>
            <a:ext cx="5090547" cy="352872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  <a:lvl2pPr marL="457185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2pPr>
            <a:lvl3pPr marL="914371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3pPr>
            <a:lvl4pPr marL="1371556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4pPr>
            <a:lvl5pPr marL="1828743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63255" y="1828511"/>
            <a:ext cx="5090547" cy="693016"/>
          </a:xfrm>
        </p:spPr>
        <p:txBody>
          <a:bodyPr anchor="ctr">
            <a:noAutofit/>
          </a:bodyPr>
          <a:lstStyle>
            <a:lvl1pPr marL="0" indent="0">
              <a:buNone/>
              <a:defRPr lang="en-US" sz="1999" b="1" kern="1200" spc="15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marL="0" lvl="0" indent="0" algn="l" defTabSz="91437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3255" y="2649826"/>
            <a:ext cx="5090547" cy="352872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  <a:lvl2pPr marL="457185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2pPr>
            <a:lvl3pPr marL="914371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3pPr>
            <a:lvl4pPr marL="1371556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4pPr>
            <a:lvl5pPr marL="1828743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Date Placeholder 2">
            <a:extLst>
              <a:ext uri="{FF2B5EF4-FFF2-40B4-BE49-F238E27FC236}">
                <a16:creationId xmlns:a16="http://schemas.microsoft.com/office/drawing/2014/main" id="{5B2A3F41-CD57-4658-C2EA-E7CA05AE0D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8" name="Footer Placeholder 3">
            <a:extLst>
              <a:ext uri="{FF2B5EF4-FFF2-40B4-BE49-F238E27FC236}">
                <a16:creationId xmlns:a16="http://schemas.microsoft.com/office/drawing/2014/main" id="{616405AB-1EA6-239E-47B0-E5CABD7B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  <a:endParaRPr lang="en-US" dirty="0"/>
          </a:p>
        </p:txBody>
      </p:sp>
      <p:sp>
        <p:nvSpPr>
          <p:cNvPr id="29" name="Slide Number Placeholder 4">
            <a:extLst>
              <a:ext uri="{FF2B5EF4-FFF2-40B4-BE49-F238E27FC236}">
                <a16:creationId xmlns:a16="http://schemas.microsoft.com/office/drawing/2014/main" id="{8345080F-7C06-FD44-3C4B-1FEF5900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DA4DA3-4F7D-70F1-66D8-5884699695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33A5BB-382E-F071-4510-3EB4C8AB951D}"/>
              </a:ext>
            </a:extLst>
          </p:cNvPr>
          <p:cNvCxnSpPr>
            <a:cxnSpLocks/>
          </p:cNvCxnSpPr>
          <p:nvPr userDrawn="1"/>
        </p:nvCxnSpPr>
        <p:spPr>
          <a:xfrm>
            <a:off x="6263255" y="2585174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F35506-FB6D-BBC6-E305-1C4D1AACF9EA}"/>
              </a:ext>
            </a:extLst>
          </p:cNvPr>
          <p:cNvSpPr/>
          <p:nvPr userDrawn="1"/>
        </p:nvSpPr>
        <p:spPr>
          <a:xfrm flipH="1">
            <a:off x="7934036" y="1700213"/>
            <a:ext cx="3528291" cy="4589751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E6865F-34BC-4627-12A0-35FF6765AFCF}"/>
              </a:ext>
            </a:extLst>
          </p:cNvPr>
          <p:cNvSpPr/>
          <p:nvPr userDrawn="1"/>
        </p:nvSpPr>
        <p:spPr>
          <a:xfrm flipV="1">
            <a:off x="737717" y="1626804"/>
            <a:ext cx="3528291" cy="4589751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0CB8996-6B0D-2FAE-DD78-EF0A74BABC2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197" y="1828511"/>
            <a:ext cx="3306474" cy="469994"/>
          </a:xfrm>
        </p:spPr>
        <p:txBody>
          <a:bodyPr anchor="ctr">
            <a:noAutofit/>
          </a:bodyPr>
          <a:lstStyle>
            <a:lvl1pPr marL="0" indent="0">
              <a:buNone/>
              <a:defRPr lang="en-US" sz="1999" b="1" kern="1200" spc="15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693FB528-5C49-857B-BCDE-070A2EB7D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7" y="2426804"/>
            <a:ext cx="3306474" cy="375174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  <a:lvl2pPr marL="457185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2pPr>
            <a:lvl3pPr marL="914371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3pPr>
            <a:lvl4pPr marL="1371556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4pPr>
            <a:lvl5pPr marL="1828743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77D4EC5D-9490-E0CB-652A-5A50EEC1339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42762" y="1828511"/>
            <a:ext cx="3306474" cy="469994"/>
          </a:xfrm>
        </p:spPr>
        <p:txBody>
          <a:bodyPr anchor="ctr">
            <a:noAutofit/>
          </a:bodyPr>
          <a:lstStyle>
            <a:lvl1pPr marL="0" indent="0">
              <a:buNone/>
              <a:defRPr lang="en-US" sz="1999" b="1" kern="1200" spc="15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marL="0" lvl="0" indent="0" algn="l" defTabSz="91437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</a:t>
            </a:r>
          </a:p>
        </p:txBody>
      </p:sp>
      <p:sp>
        <p:nvSpPr>
          <p:cNvPr id="46" name="Content Placeholder 5">
            <a:extLst>
              <a:ext uri="{FF2B5EF4-FFF2-40B4-BE49-F238E27FC236}">
                <a16:creationId xmlns:a16="http://schemas.microsoft.com/office/drawing/2014/main" id="{535C4465-9B1B-1470-F0D7-5AC9811CC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2762" y="2426804"/>
            <a:ext cx="3306474" cy="375174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  <a:lvl2pPr marL="457185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2pPr>
            <a:lvl3pPr marL="914371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3pPr>
            <a:lvl4pPr marL="1371556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4pPr>
            <a:lvl5pPr marL="1828743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9" name="Date Placeholder 2">
            <a:extLst>
              <a:ext uri="{FF2B5EF4-FFF2-40B4-BE49-F238E27FC236}">
                <a16:creationId xmlns:a16="http://schemas.microsoft.com/office/drawing/2014/main" id="{86A053FB-5955-E6A1-29EE-4BDF0940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0D493899-2324-F440-A63D-ED928DB2E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Designed by PoweredTemplate</a:t>
            </a:r>
          </a:p>
        </p:txBody>
      </p:sp>
      <p:sp>
        <p:nvSpPr>
          <p:cNvPr id="51" name="Slide Number Placeholder 4">
            <a:extLst>
              <a:ext uri="{FF2B5EF4-FFF2-40B4-BE49-F238E27FC236}">
                <a16:creationId xmlns:a16="http://schemas.microsoft.com/office/drawing/2014/main" id="{E367A2DD-7522-A284-4CA8-63EE507F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B5B3090A-0F93-C715-3339-A9E0166D50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7327" y="1828511"/>
            <a:ext cx="3306474" cy="469994"/>
          </a:xfrm>
        </p:spPr>
        <p:txBody>
          <a:bodyPr anchor="ctr">
            <a:noAutofit/>
          </a:bodyPr>
          <a:lstStyle>
            <a:lvl1pPr marL="0" indent="0">
              <a:buNone/>
              <a:defRPr lang="en-US" sz="1999" b="1" kern="1200" spc="15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marL="0" lvl="0" indent="0" algn="l" defTabSz="91437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</a:t>
            </a:r>
          </a:p>
        </p:txBody>
      </p:sp>
      <p:sp>
        <p:nvSpPr>
          <p:cNvPr id="53" name="Content Placeholder 5">
            <a:extLst>
              <a:ext uri="{FF2B5EF4-FFF2-40B4-BE49-F238E27FC236}">
                <a16:creationId xmlns:a16="http://schemas.microsoft.com/office/drawing/2014/main" id="{74A7E505-6430-2F83-62B9-02D8C5988D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7327" y="2426804"/>
            <a:ext cx="3306474" cy="375174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  <a:lvl2pPr marL="457185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2pPr>
            <a:lvl3pPr marL="914371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3pPr>
            <a:lvl4pPr marL="1371556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4pPr>
            <a:lvl5pPr marL="1828743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005AF-14F9-817D-179B-53B3EDFC8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83B750B-3E88-E585-C18C-9886D65BB4B6}"/>
              </a:ext>
            </a:extLst>
          </p:cNvPr>
          <p:cNvCxnSpPr>
            <a:cxnSpLocks/>
          </p:cNvCxnSpPr>
          <p:nvPr userDrawn="1"/>
        </p:nvCxnSpPr>
        <p:spPr>
          <a:xfrm>
            <a:off x="831850" y="2362150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896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81437C-47A8-AD18-B61A-28561EE38A1B}"/>
              </a:ext>
            </a:extLst>
          </p:cNvPr>
          <p:cNvSpPr/>
          <p:nvPr userDrawn="1"/>
        </p:nvSpPr>
        <p:spPr>
          <a:xfrm>
            <a:off x="0" y="1819275"/>
            <a:ext cx="12192000" cy="5038725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Designed by PoweredTemplate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A99CCAE-F357-9C38-4173-2F54795FC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728216"/>
            <a:ext cx="10510199" cy="452659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  <a:lvl2pPr marL="609585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2pPr>
            <a:lvl3pPr marL="121917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3pPr>
            <a:lvl4pPr marL="1828754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4pPr>
            <a:lvl5pPr marL="2438339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DF5DE0-79E9-5112-7F2F-788567E660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7C0B5D-D368-33DF-7143-B38A8A6681C3}"/>
              </a:ext>
            </a:extLst>
          </p:cNvPr>
          <p:cNvGrpSpPr/>
          <p:nvPr userDrawn="1"/>
        </p:nvGrpSpPr>
        <p:grpSpPr>
          <a:xfrm rot="5400000">
            <a:off x="11408985" y="5902702"/>
            <a:ext cx="337542" cy="45719"/>
            <a:chOff x="3182196" y="1041756"/>
            <a:chExt cx="545550" cy="73893"/>
          </a:xfrm>
          <a:solidFill>
            <a:schemeClr val="bg2"/>
          </a:solidFill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E4A8E6C-8BF9-B262-8579-330EB8B7BFF1}"/>
                </a:ext>
              </a:extLst>
            </p:cNvPr>
            <p:cNvSpPr/>
            <p:nvPr userDrawn="1"/>
          </p:nvSpPr>
          <p:spPr>
            <a:xfrm>
              <a:off x="3182196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FAD7CE2-1BF7-3C26-7E33-C8DD158B43D3}"/>
                </a:ext>
              </a:extLst>
            </p:cNvPr>
            <p:cNvSpPr/>
            <p:nvPr userDrawn="1"/>
          </p:nvSpPr>
          <p:spPr>
            <a:xfrm>
              <a:off x="3300111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E205EB8-B717-5C94-7258-FE062036AFAF}"/>
                </a:ext>
              </a:extLst>
            </p:cNvPr>
            <p:cNvSpPr/>
            <p:nvPr userDrawn="1"/>
          </p:nvSpPr>
          <p:spPr>
            <a:xfrm>
              <a:off x="3418025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9977261-91B0-DB0A-8944-EABE8D341955}"/>
                </a:ext>
              </a:extLst>
            </p:cNvPr>
            <p:cNvSpPr/>
            <p:nvPr userDrawn="1"/>
          </p:nvSpPr>
          <p:spPr>
            <a:xfrm>
              <a:off x="3535940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08DBD38-5598-BACA-B182-3D7546C8ACE9}"/>
                </a:ext>
              </a:extLst>
            </p:cNvPr>
            <p:cNvSpPr/>
            <p:nvPr userDrawn="1"/>
          </p:nvSpPr>
          <p:spPr>
            <a:xfrm>
              <a:off x="3653855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BF01164-6B0F-62A6-02EC-D5D5C73AEB19}"/>
              </a:ext>
            </a:extLst>
          </p:cNvPr>
          <p:cNvCxnSpPr>
            <a:cxnSpLocks/>
          </p:cNvCxnSpPr>
          <p:nvPr userDrawn="1"/>
        </p:nvCxnSpPr>
        <p:spPr>
          <a:xfrm>
            <a:off x="10355206" y="1759383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1E69A4-CCAF-E7E9-FBB5-0368700B618E}"/>
              </a:ext>
            </a:extLst>
          </p:cNvPr>
          <p:cNvSpPr/>
          <p:nvPr userDrawn="1"/>
        </p:nvSpPr>
        <p:spPr>
          <a:xfrm>
            <a:off x="5796806" y="871652"/>
            <a:ext cx="10515602" cy="10515602"/>
          </a:xfrm>
          <a:prstGeom prst="round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2A1141-1325-38D8-5A9F-CE3638EE6FA3}"/>
              </a:ext>
            </a:extLst>
          </p:cNvPr>
          <p:cNvSpPr/>
          <p:nvPr userDrawn="1"/>
        </p:nvSpPr>
        <p:spPr>
          <a:xfrm>
            <a:off x="6958095" y="2032941"/>
            <a:ext cx="8193024" cy="8193024"/>
          </a:xfrm>
          <a:prstGeom prst="round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1B6391-34F5-560C-2F48-4F9782600A34}"/>
              </a:ext>
            </a:extLst>
          </p:cNvPr>
          <p:cNvSpPr/>
          <p:nvPr userDrawn="1"/>
        </p:nvSpPr>
        <p:spPr>
          <a:xfrm>
            <a:off x="8119383" y="3194229"/>
            <a:ext cx="5870448" cy="5870448"/>
          </a:xfrm>
          <a:prstGeom prst="round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CD6F9F-8BEB-A482-C3EA-09E6DEEB080B}"/>
              </a:ext>
            </a:extLst>
          </p:cNvPr>
          <p:cNvSpPr/>
          <p:nvPr userDrawn="1"/>
        </p:nvSpPr>
        <p:spPr>
          <a:xfrm>
            <a:off x="9286541" y="4361387"/>
            <a:ext cx="3536132" cy="3536132"/>
          </a:xfrm>
          <a:prstGeom prst="round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194A7BB3-D0FE-EB54-4A27-7A13DCEA5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0B3E7E80-53F3-A1F5-F382-640DA9012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1"/>
            <a:ext cx="411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Designed by PoweredTemplate</a:t>
            </a:r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674A8FAF-B84A-6612-B34F-3E0F32519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D1595E4-0486-386A-44F4-625DB15D2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728216"/>
            <a:ext cx="10510199" cy="452659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  <a:lvl2pPr marL="609585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2pPr>
            <a:lvl3pPr marL="121917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3pPr>
            <a:lvl4pPr marL="1828754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4pPr>
            <a:lvl5pPr marL="2438339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8E31EF9-05BB-3031-A336-F5909995A6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5C07A2-FF25-C2FB-8C52-CF65DA90B126}"/>
              </a:ext>
            </a:extLst>
          </p:cNvPr>
          <p:cNvGrpSpPr/>
          <p:nvPr userDrawn="1"/>
        </p:nvGrpSpPr>
        <p:grpSpPr>
          <a:xfrm>
            <a:off x="11010859" y="6032128"/>
            <a:ext cx="337542" cy="45719"/>
            <a:chOff x="3182196" y="1041756"/>
            <a:chExt cx="545550" cy="73893"/>
          </a:xfrm>
          <a:solidFill>
            <a:schemeClr val="bg2"/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411D1E2-FF3F-9143-65DB-B1A348A1040E}"/>
                </a:ext>
              </a:extLst>
            </p:cNvPr>
            <p:cNvSpPr/>
            <p:nvPr userDrawn="1"/>
          </p:nvSpPr>
          <p:spPr>
            <a:xfrm>
              <a:off x="3182196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FC514AE-DF4D-569C-EA62-76172CF4B590}"/>
                </a:ext>
              </a:extLst>
            </p:cNvPr>
            <p:cNvSpPr/>
            <p:nvPr userDrawn="1"/>
          </p:nvSpPr>
          <p:spPr>
            <a:xfrm>
              <a:off x="3300111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A9418C3-E9C3-E958-DA8F-259715102B93}"/>
                </a:ext>
              </a:extLst>
            </p:cNvPr>
            <p:cNvSpPr/>
            <p:nvPr userDrawn="1"/>
          </p:nvSpPr>
          <p:spPr>
            <a:xfrm>
              <a:off x="3418025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8DB2EAC-8241-085B-AFD5-C746D0B2C401}"/>
                </a:ext>
              </a:extLst>
            </p:cNvPr>
            <p:cNvSpPr/>
            <p:nvPr userDrawn="1"/>
          </p:nvSpPr>
          <p:spPr>
            <a:xfrm>
              <a:off x="3535940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519D408-5301-D661-B8A4-5039F85E0717}"/>
                </a:ext>
              </a:extLst>
            </p:cNvPr>
            <p:cNvSpPr/>
            <p:nvPr userDrawn="1"/>
          </p:nvSpPr>
          <p:spPr>
            <a:xfrm>
              <a:off x="3653855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C6FB0C-0A12-84BF-4316-8866AA823622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18631" y="1678322"/>
            <a:ext cx="2644280" cy="8361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1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4"/>
            <a:ext cx="10515601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1"/>
            <a:ext cx="411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Designed by PoweredTemplate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66" r:id="rId5"/>
    <p:sldLayoutId id="2147483667" r:id="rId6"/>
    <p:sldLayoutId id="2147483671" r:id="rId7"/>
    <p:sldLayoutId id="2147483672" r:id="rId8"/>
    <p:sldLayoutId id="2147483654" r:id="rId9"/>
    <p:sldLayoutId id="2147483663" r:id="rId10"/>
    <p:sldLayoutId id="2147483662" r:id="rId11"/>
    <p:sldLayoutId id="2147483668" r:id="rId12"/>
    <p:sldLayoutId id="2147483652" r:id="rId13"/>
    <p:sldLayoutId id="2147483653" r:id="rId14"/>
    <p:sldLayoutId id="2147483660" r:id="rId15"/>
    <p:sldLayoutId id="2147483664" r:id="rId16"/>
    <p:sldLayoutId id="2147483665" r:id="rId17"/>
  </p:sldLayoutIdLst>
  <p:hf hdr="0" dt="0"/>
  <p:txStyles>
    <p:titleStyle>
      <a:lvl1pPr algn="l" defTabSz="914371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93" indent="-228593" algn="l" defTabSz="9143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1" kern="1200">
          <a:solidFill>
            <a:schemeClr val="bg2"/>
          </a:solidFill>
          <a:latin typeface="+mn-lt"/>
          <a:ea typeface="+mn-ea"/>
          <a:cs typeface="+mn-cs"/>
        </a:defRPr>
      </a:lvl1pPr>
      <a:lvl2pPr marL="685778" indent="-228593" algn="l" defTabSz="9143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bg2"/>
          </a:solidFill>
          <a:latin typeface="+mn-lt"/>
          <a:ea typeface="+mn-ea"/>
          <a:cs typeface="+mn-cs"/>
        </a:defRPr>
      </a:lvl2pPr>
      <a:lvl3pPr marL="1142965" indent="-228593" algn="l" defTabSz="9143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bg2"/>
          </a:solidFill>
          <a:latin typeface="+mn-lt"/>
          <a:ea typeface="+mn-ea"/>
          <a:cs typeface="+mn-cs"/>
        </a:defRPr>
      </a:lvl3pPr>
      <a:lvl4pPr marL="1600149" indent="-228593" algn="l" defTabSz="9143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bg2"/>
          </a:solidFill>
          <a:latin typeface="+mn-lt"/>
          <a:ea typeface="+mn-ea"/>
          <a:cs typeface="+mn-cs"/>
        </a:defRPr>
      </a:lvl4pPr>
      <a:lvl5pPr marL="2057334" indent="-228593" algn="l" defTabSz="9143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bg2"/>
          </a:solidFill>
          <a:latin typeface="+mn-lt"/>
          <a:ea typeface="+mn-ea"/>
          <a:cs typeface="+mn-cs"/>
        </a:defRPr>
      </a:lvl5pPr>
      <a:lvl6pPr marL="2514521" indent="-228593" algn="l" defTabSz="9143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6" indent="-228593" algn="l" defTabSz="9143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892" indent="-228593" algn="l" defTabSz="9143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6077" indent="-228593" algn="l" defTabSz="9143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85" algn="l" defTabSz="91437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71" algn="l" defTabSz="91437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6" algn="l" defTabSz="91437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743" algn="l" defTabSz="91437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928" algn="l" defTabSz="91437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114" algn="l" defTabSz="91437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299" algn="l" defTabSz="91437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486" algn="l" defTabSz="91437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24" userDrawn="1">
          <p15:clr>
            <a:srgbClr val="F26B43"/>
          </p15:clr>
        </p15:guide>
        <p15:guide id="4" pos="7156" userDrawn="1">
          <p15:clr>
            <a:srgbClr val="F26B43"/>
          </p15:clr>
        </p15:guide>
        <p15:guide id="5" orient="horz" pos="227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1146" userDrawn="1">
          <p15:clr>
            <a:srgbClr val="F26B43"/>
          </p15:clr>
        </p15:guide>
        <p15:guide id="8" orient="horz" pos="3892" userDrawn="1">
          <p15:clr>
            <a:srgbClr val="F26B43"/>
          </p15:clr>
        </p15:guide>
        <p15:guide id="9" orient="horz" pos="4003" userDrawn="1">
          <p15:clr>
            <a:srgbClr val="F26B43"/>
          </p15:clr>
        </p15:guide>
        <p15:guide id="10" orient="horz" pos="42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DA8EDEE-F274-4795-6DA6-158D51979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Open Search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15BB5751-A1BE-0699-C920-BFA3238550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Indooro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5F236-F085-8DBE-9331-46AF515FC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Placeholder 27" descr="A logo of a camera&#10;&#10;Description automatically generated">
            <a:extLst>
              <a:ext uri="{FF2B5EF4-FFF2-40B4-BE49-F238E27FC236}">
                <a16:creationId xmlns:a16="http://schemas.microsoft.com/office/drawing/2014/main" id="{44B66577-8A25-0E2E-F2BB-ABC460E4208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5227" r="5227"/>
          <a:stretch/>
        </p:blipFill>
        <p:spPr>
          <a:xfrm>
            <a:off x="838197" y="2428875"/>
            <a:ext cx="1066799" cy="1066801"/>
          </a:xfrm>
        </p:spPr>
      </p:pic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57FA8D58-2101-259F-6894-FA638EA87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ist</a:t>
            </a:r>
            <a:r>
              <a:rPr lang="en-US" dirty="0"/>
              <a:t> Open Search?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9CCF0320-F399-954D-23DE-101B3B039A9A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7" name="Picture Placeholder 36" descr="A logo of a camera&#10;&#10;Description automatically generated">
            <a:extLst>
              <a:ext uri="{FF2B5EF4-FFF2-40B4-BE49-F238E27FC236}">
                <a16:creationId xmlns:a16="http://schemas.microsoft.com/office/drawing/2014/main" id="{8A7EBDC5-DDA7-B53B-A96C-7637687BB22F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/>
          <a:srcRect l="5227" r="5227"/>
          <a:stretch/>
        </p:blipFill>
        <p:spPr>
          <a:xfrm>
            <a:off x="838196" y="4287711"/>
            <a:ext cx="1066799" cy="1066801"/>
          </a:xfrm>
        </p:spPr>
      </p:pic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299ACF-7B42-31BD-44CB-88EE452C2151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funktioniert</a:t>
            </a:r>
            <a:r>
              <a:rPr lang="en-US" dirty="0"/>
              <a:t> Open Search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B43328C4-B87E-388A-C79B-56C740A8157B}"/>
              </a:ext>
            </a:extLst>
          </p:cNvPr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7" name="Footer Placeholder 56">
            <a:extLst>
              <a:ext uri="{FF2B5EF4-FFF2-40B4-BE49-F238E27FC236}">
                <a16:creationId xmlns:a16="http://schemas.microsoft.com/office/drawing/2014/main" id="{95EEECE1-17DF-91AD-5C43-54B83FDB4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668FCD60-9075-E9A7-3DD8-6EDD4C7DE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0" name="Picture Placeholder 29" descr="A logo of a camera&#10;&#10;Description automatically generated">
            <a:extLst>
              <a:ext uri="{FF2B5EF4-FFF2-40B4-BE49-F238E27FC236}">
                <a16:creationId xmlns:a16="http://schemas.microsoft.com/office/drawing/2014/main" id="{C04E3ABE-1C4C-C077-0D7C-1E9C6AB36A46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2"/>
          <a:srcRect l="5227" r="5227"/>
          <a:stretch/>
        </p:blipFill>
        <p:spPr>
          <a:xfrm>
            <a:off x="4605063" y="2423834"/>
            <a:ext cx="1066799" cy="1066801"/>
          </a:xfrm>
        </p:spPr>
      </p:pic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7F5F3FF-8A39-E53E-60C1-EB63B1F10679}"/>
              </a:ext>
            </a:extLst>
          </p:cNvPr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rPr lang="en-US" dirty="0" err="1"/>
              <a:t>Entstehung</a:t>
            </a:r>
            <a:endParaRPr lang="en-US" dirty="0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072B8841-E100-9A84-0A69-AFB2CB3E16D3}"/>
              </a:ext>
            </a:extLst>
          </p:cNvPr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" name="Picture Placeholder 31" descr="A logo of a camera&#10;&#10;Description automatically generated">
            <a:extLst>
              <a:ext uri="{FF2B5EF4-FFF2-40B4-BE49-F238E27FC236}">
                <a16:creationId xmlns:a16="http://schemas.microsoft.com/office/drawing/2014/main" id="{FCE2267A-7544-09F0-CEF6-E44F9B14F83D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2"/>
          <a:srcRect l="5227" r="5227"/>
          <a:stretch/>
        </p:blipFill>
        <p:spPr>
          <a:xfrm>
            <a:off x="4605062" y="4282670"/>
            <a:ext cx="1066799" cy="1066801"/>
          </a:xfrm>
        </p:spPr>
      </p:pic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3DF3A7B7-44B7-0716-D971-2839DC76FDCA}"/>
              </a:ext>
            </a:extLst>
          </p:cNvPr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r>
              <a:rPr lang="en-US" dirty="0" err="1"/>
              <a:t>Beispiele</a:t>
            </a:r>
            <a:endParaRPr lang="en-US" dirty="0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10139C71-B169-5E0E-B623-EFEC5F92EC8C}"/>
              </a:ext>
            </a:extLst>
          </p:cNvPr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" name="Picture Placeholder 33" descr="A logo of a camera&#10;&#10;Description automatically generated">
            <a:extLst>
              <a:ext uri="{FF2B5EF4-FFF2-40B4-BE49-F238E27FC236}">
                <a16:creationId xmlns:a16="http://schemas.microsoft.com/office/drawing/2014/main" id="{F6F7ADB9-C6B9-F488-089D-571C7DF0D6F8}"/>
              </a:ext>
            </a:extLst>
          </p:cNvPr>
          <p:cNvPicPr>
            <a:picLocks noGrp="1" noChangeAspect="1"/>
          </p:cNvPicPr>
          <p:nvPr>
            <p:ph type="pic" sz="quarter" idx="40"/>
          </p:nvPr>
        </p:nvPicPr>
        <p:blipFill>
          <a:blip r:embed="rId2"/>
          <a:srcRect l="5227" r="5227"/>
          <a:stretch/>
        </p:blipFill>
        <p:spPr>
          <a:xfrm>
            <a:off x="8371931" y="2422414"/>
            <a:ext cx="1066799" cy="1066801"/>
          </a:xfrm>
        </p:spPr>
      </p:pic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B9B4CF90-60DB-C1F2-A920-58FE8DCFA7D4}"/>
              </a:ext>
            </a:extLst>
          </p:cNvPr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lang="en-US" dirty="0" err="1"/>
              <a:t>Funktionen</a:t>
            </a:r>
            <a:endParaRPr lang="en-US" dirty="0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17F6AC43-DD21-6374-26BC-7ECC3500D437}"/>
              </a:ext>
            </a:extLst>
          </p:cNvPr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0" name="Picture Placeholder 49" descr="A logo of a camera&#10;&#10;Description automatically generated">
            <a:extLst>
              <a:ext uri="{FF2B5EF4-FFF2-40B4-BE49-F238E27FC236}">
                <a16:creationId xmlns:a16="http://schemas.microsoft.com/office/drawing/2014/main" id="{62F7ACF5-C4BF-4D13-918D-29FEE8D803E1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2"/>
          <a:srcRect l="5227" r="5227"/>
          <a:stretch/>
        </p:blipFill>
        <p:spPr>
          <a:xfrm>
            <a:off x="8371930" y="4281250"/>
            <a:ext cx="1066799" cy="1066801"/>
          </a:xfrm>
        </p:spPr>
      </p:pic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58637C97-D7BA-F518-8838-02756C55BC9F}"/>
              </a:ext>
            </a:extLst>
          </p:cNvPr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7B116369-5499-D882-77E0-7AAAD53D7492}"/>
              </a:ext>
            </a:extLst>
          </p:cNvPr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85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70C1A-8646-AD73-2847-585B3AB3F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AA3F7-E908-DDA1-0CED-78E0814CE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13655-622D-E504-116B-2D965B77D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FA788F4-5D95-2410-B725-D84A3DD7C04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2D577E1-90EC-9545-EE7E-3E957BC8E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ist</a:t>
            </a:r>
            <a:br>
              <a:rPr lang="en-US" dirty="0"/>
            </a:br>
            <a:r>
              <a:rPr lang="en-US" dirty="0"/>
              <a:t>open search?</a:t>
            </a:r>
          </a:p>
        </p:txBody>
      </p:sp>
    </p:spTree>
    <p:extLst>
      <p:ext uri="{BB962C8B-B14F-4D97-AF65-F5344CB8AC3E}">
        <p14:creationId xmlns:p14="http://schemas.microsoft.com/office/powerpoint/2010/main" val="1519205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09CA-9118-06B8-71DE-842AC6172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2B457C1-00D1-5825-76A5-5C04BBE054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2146876-4A36-CCE5-93C6-AE5F16326D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D74A9B4-95F3-C4AD-E167-8FF048E4E2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130775C-EDB4-9194-80C8-9B21209D26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A699573-0E5C-C2B6-A9C0-2B639E9B7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9AC3501C-545D-A568-90EA-63104E6A86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3CEDF71-BD6A-10BB-C561-AB274A0E85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6C0FB5BD-12BD-892F-E0FE-2C1A27FD5F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02FD00B-22B8-6C34-0E14-82888A12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171551C-78DC-F1EA-591A-5F1C88E7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73CA9838-4E3A-179D-6C90-7D43134B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Entstehung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50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7739-7290-D105-DC81-96B70BC29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Content Placeholder 3" descr="Timeline Placeholder ">
            <a:extLst>
              <a:ext uri="{FF2B5EF4-FFF2-40B4-BE49-F238E27FC236}">
                <a16:creationId xmlns:a16="http://schemas.microsoft.com/office/drawing/2014/main" id="{D99B924A-0DBC-14F6-1DA6-240C6F558CF3}"/>
              </a:ext>
            </a:extLst>
          </p:cNvPr>
          <p:cNvGraphicFramePr>
            <a:graphicFrameLocks noGrp="1"/>
          </p:cNvGraphicFramePr>
          <p:nvPr>
            <p:ph type="dgm" sz="quarter" idx="15"/>
          </p:nvPr>
        </p:nvGraphicFramePr>
        <p:xfrm>
          <a:off x="838200" y="1730375"/>
          <a:ext cx="10515600" cy="4125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E656FE-84C4-0601-6BFC-73E561C9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EF314F-6CA0-B250-D87F-8BAAB260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8CB850D-8E1F-B528-0FC0-CC7793706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Funktionen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68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53402-3F86-6AA6-D76F-9F59ED849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BEF2DAA-9C25-FDE5-EAF6-64898190F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funktioniert</a:t>
            </a:r>
            <a:r>
              <a:rPr lang="en-US" dirty="0"/>
              <a:t> Open Search?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C7568-71E3-1079-39C5-D103B73A3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58428-2BB8-A4A3-9142-DBD0AB8B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76C92C4-29C5-D32F-FC01-5D6859CBC6F8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369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A249A-5112-A687-7042-7A67FCB99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88582C-0AED-1027-7541-6CBB9DB1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851D0C-6EDD-1378-D6D9-DE8F36235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E08CB1D0-31DB-6677-FDD6-5B9E6984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Beispiele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4C2C038-4DAB-EE75-A600-95993D6DE316}"/>
              </a:ext>
            </a:extLst>
          </p:cNvPr>
          <p:cNvGraphicFramePr>
            <a:graphicFrameLocks noGrp="1"/>
          </p:cNvGraphicFramePr>
          <p:nvPr>
            <p:ph idx="15"/>
          </p:nvPr>
        </p:nvGraphicFramePr>
        <p:xfrm>
          <a:off x="838200" y="1819275"/>
          <a:ext cx="10515600" cy="35709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26110455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4727934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662282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347881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96635212"/>
                    </a:ext>
                  </a:extLst>
                </a:gridCol>
              </a:tblGrid>
              <a:tr h="714194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7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700" b="0" dirty="0">
                          <a:solidFill>
                            <a:schemeClr val="tx1"/>
                          </a:solidFill>
                          <a:effectLst/>
                        </a:rPr>
                        <a:t>CATEGORY 1</a:t>
                      </a:r>
                      <a:endParaRPr lang="en-US" sz="17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700" b="0" dirty="0">
                          <a:solidFill>
                            <a:schemeClr val="tx1"/>
                          </a:solidFill>
                          <a:effectLst/>
                        </a:rPr>
                        <a:t>CATEGORY 2</a:t>
                      </a:r>
                      <a:endParaRPr lang="en-US" sz="17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700" b="0" kern="1200" dirty="0">
                          <a:solidFill>
                            <a:schemeClr val="tx1"/>
                          </a:solidFill>
                          <a:effectLst/>
                        </a:rPr>
                        <a:t>CATEGORY 3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7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700" b="0" kern="1200" dirty="0">
                          <a:solidFill>
                            <a:schemeClr val="tx1"/>
                          </a:solidFill>
                          <a:effectLst/>
                        </a:rPr>
                        <a:t>CATEGORY 4​</a:t>
                      </a:r>
                      <a:endParaRPr lang="en-US" sz="17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3441328149"/>
                  </a:ext>
                </a:extLst>
              </a:tr>
              <a:tr h="71419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Q1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4.5​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2.3​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1.7​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5​.0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3134841754"/>
                  </a:ext>
                </a:extLst>
              </a:tr>
              <a:tr h="71419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Q2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3.2​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5.1​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4.4​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3​.0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4129140390"/>
                  </a:ext>
                </a:extLst>
              </a:tr>
              <a:tr h="71419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Q3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2.1​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1.7​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2.5​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2.8​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1699990805"/>
                  </a:ext>
                </a:extLst>
              </a:tr>
              <a:tr h="71419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Q4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4.5​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2.2​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1.7​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7.0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3388671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741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03896-A849-3651-116D-89F629A0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460723-3A4F-9251-0298-735D24690D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Fetteste</a:t>
            </a:r>
            <a:r>
              <a:rPr lang="en-US" dirty="0"/>
              <a:t> Demo </a:t>
            </a:r>
            <a:r>
              <a:rPr lang="en-US" dirty="0" err="1"/>
              <a:t>aller</a:t>
            </a:r>
            <a:r>
              <a:rPr lang="en-US" dirty="0"/>
              <a:t> </a:t>
            </a:r>
            <a:r>
              <a:rPr lang="en-US" dirty="0" err="1"/>
              <a:t>Zeiten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EC53721-8B7B-9990-CF27-21AB1A936E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94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6199C6-93C5-781F-AC11-F285B189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A564E49-2A47-553C-6EA7-438189AA9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Designed by </a:t>
            </a:r>
            <a:r>
              <a:rPr lang="en-US" dirty="0" err="1"/>
              <a:t>PoweredTemplate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90FD1D-7A1B-E105-1E9E-F2E264EAD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04E49CB-78D1-DA42-E7F5-EB0CF9CCE58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7CA7ECB-030D-954D-2EC2-0FFFC93B6A90}"/>
              </a:ext>
            </a:extLst>
          </p:cNvPr>
          <p:cNvSpPr/>
          <p:nvPr/>
        </p:nvSpPr>
        <p:spPr>
          <a:xfrm>
            <a:off x="-111967" y="-65314"/>
            <a:ext cx="12428375" cy="7081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06048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F072048-02E5-A3A6-BB32-B8BCCC21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19884-873C-4D13-BE6D-318CF07B0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91F00-87A7-45A6-8029-B097FA724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DC0B951-1907-4F41-F8CD-6E28A7A5A9C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1ED20-04D4-4894-B0C2-9C541A61A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1D81927-5E91-7FA5-08C4-8FE32A12046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0814FE8-6C42-D485-3925-C9558B7B1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1D11D83-0E32-3CB3-B015-4B88EA2B7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518ED-008E-BAC7-9184-6908110C5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49146-3F14-AEF5-A357-DB6D4147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531D67-568D-D619-AE82-1805CC4198A8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76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B46EF-791E-FCDC-38A8-FAB272C02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C2CBE-18DD-00E4-8B74-4BAA1ABB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85627A9E-80E7-3F2E-57F2-D020B264F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0AF5F83-00A8-4DEF-1207-92EB705C512E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9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1F31A0C-B889-6D59-E822-049091F5C27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FF148F95-6A31-4A78-9D57-24449DC9E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54CEFB-16B4-153C-B757-B6776A06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71ED6-BE6E-3E65-14EE-80A4C327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34EC1DA-A301-C697-98EA-AFBEA79EDBDF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750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DCCBF5-EB80-9D07-F379-A0A0FC438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B96E6-92C9-48AF-1B7E-3B4A7918A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29F7F3-2DEB-53FA-5CBC-EDBD7CAE2BE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F0B34C8-C0FE-0E46-DDB9-D861AC16A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1FD7CE8-E0D8-E270-02CA-4F342529E54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01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44A8F79-0A0E-7DFF-FFA9-C1C39AC510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1F594FA-C786-9422-C099-F836E71E2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8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00E48E7-E59D-CC4E-2672-6BD4A6AA4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4F1DC979-6661-16D4-25F3-707EE3B3C5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5A49C-96F4-440D-B89E-A0AE94F7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39FA3-9AE3-4689-A469-B7D2DFCC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379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5A93F-DCAE-40B8-8E94-3239A1A6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91613-153A-4005-9F4D-2F185AE5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0C1EED0-0CEA-E237-50DA-1FF7D28B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90E7E75-E57A-4FF0-A0E4-A4DBCF6EA89A}"/>
              </a:ext>
            </a:extLst>
          </p:cNvPr>
          <p:cNvGraphicFramePr>
            <a:graphicFrameLocks noGrp="1"/>
          </p:cNvGraphicFramePr>
          <p:nvPr>
            <p:ph idx="15"/>
            <p:extLst>
              <p:ext uri="{D42A27DB-BD31-4B8C-83A1-F6EECF244321}">
                <p14:modId xmlns:p14="http://schemas.microsoft.com/office/powerpoint/2010/main" val="4232799867"/>
              </p:ext>
            </p:extLst>
          </p:nvPr>
        </p:nvGraphicFramePr>
        <p:xfrm>
          <a:off x="838200" y="1819275"/>
          <a:ext cx="10515600" cy="35709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26110455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4727934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662282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347881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96635212"/>
                    </a:ext>
                  </a:extLst>
                </a:gridCol>
              </a:tblGrid>
              <a:tr h="714194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7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700" b="0" dirty="0">
                          <a:solidFill>
                            <a:schemeClr val="tx1"/>
                          </a:solidFill>
                          <a:effectLst/>
                        </a:rPr>
                        <a:t>CATEGORY 1</a:t>
                      </a:r>
                      <a:endParaRPr lang="en-US" sz="17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700" b="0" dirty="0">
                          <a:solidFill>
                            <a:schemeClr val="tx1"/>
                          </a:solidFill>
                          <a:effectLst/>
                        </a:rPr>
                        <a:t>CATEGORY 2</a:t>
                      </a:r>
                      <a:endParaRPr lang="en-US" sz="17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700" b="0" kern="1200" dirty="0">
                          <a:solidFill>
                            <a:schemeClr val="tx1"/>
                          </a:solidFill>
                          <a:effectLst/>
                        </a:rPr>
                        <a:t>CATEGORY 3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7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700" b="0" kern="1200" dirty="0">
                          <a:solidFill>
                            <a:schemeClr val="tx1"/>
                          </a:solidFill>
                          <a:effectLst/>
                        </a:rPr>
                        <a:t>CATEGORY 4​</a:t>
                      </a:r>
                      <a:endParaRPr lang="en-US" sz="17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3441328149"/>
                  </a:ext>
                </a:extLst>
              </a:tr>
              <a:tr h="71419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Q1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4.5​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2.3​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1.7​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5​.0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3134841754"/>
                  </a:ext>
                </a:extLst>
              </a:tr>
              <a:tr h="71419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Q2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3.2​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5.1​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4.4​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3​.0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4129140390"/>
                  </a:ext>
                </a:extLst>
              </a:tr>
              <a:tr h="71419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Q3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2.1​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1.7​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2.5​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2.8​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1699990805"/>
                  </a:ext>
                </a:extLst>
              </a:tr>
              <a:tr h="71419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Q4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4.5​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2.2​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1.7​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500" b="0" dirty="0">
                          <a:solidFill>
                            <a:schemeClr val="bg2"/>
                          </a:solidFill>
                          <a:effectLst/>
                        </a:rPr>
                        <a:t>7.0</a:t>
                      </a:r>
                      <a:endParaRPr lang="en-US" sz="1500" b="0" i="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3388671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682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Placeholder 25" descr="A logo of a camera&#10;&#10;Description automatically generated">
            <a:extLst>
              <a:ext uri="{FF2B5EF4-FFF2-40B4-BE49-F238E27FC236}">
                <a16:creationId xmlns:a16="http://schemas.microsoft.com/office/drawing/2014/main" id="{FB7EC535-034C-D182-C62B-E621C810684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8163" r="8163"/>
          <a:stretch/>
        </p:blipFill>
        <p:spPr>
          <a:xfrm>
            <a:off x="1422395" y="2353367"/>
            <a:ext cx="2081609" cy="2225966"/>
          </a:xfrm>
        </p:spPr>
      </p:pic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A5E851E7-6420-580C-0768-3EADD72CB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D8A8AEB-8570-58CC-4BC8-18360E44137D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" name="Picture Placeholder 27" descr="A logo of a camera&#10;&#10;Description automatically generated">
            <a:extLst>
              <a:ext uri="{FF2B5EF4-FFF2-40B4-BE49-F238E27FC236}">
                <a16:creationId xmlns:a16="http://schemas.microsoft.com/office/drawing/2014/main" id="{C8E1DC86-DA30-5F76-4744-9BB897F4886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8131" r="8131"/>
          <a:stretch/>
        </p:blipFill>
        <p:spPr>
          <a:xfrm>
            <a:off x="3842487" y="2353367"/>
            <a:ext cx="2081609" cy="2225966"/>
          </a:xfrm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839C779-44AF-F193-128D-7222EBB089A9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AEE88867-64D1-59F8-353A-A9E79B6319BB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A6E85E1-32C8-D548-B7AD-04F90D9AFE44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A48D37B6-1E4A-AE1E-17FF-4FB197AEB04F}"/>
              </a:ext>
            </a:extLst>
          </p:cNvPr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6" name="Picture Placeholder 35" descr="A logo of a camera&#10;&#10;Description automatically generated">
            <a:extLst>
              <a:ext uri="{FF2B5EF4-FFF2-40B4-BE49-F238E27FC236}">
                <a16:creationId xmlns:a16="http://schemas.microsoft.com/office/drawing/2014/main" id="{EB7B5F51-0258-7833-D521-E1610186EB5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8163" r="8163"/>
          <a:stretch/>
        </p:blipFill>
        <p:spPr>
          <a:xfrm>
            <a:off x="6262579" y="2353367"/>
            <a:ext cx="2081609" cy="2225966"/>
          </a:xfrm>
        </p:spPr>
      </p:pic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BA3FD981-2173-074E-ED83-049FD7CC31DE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8B0682D3-014A-8C1D-8FDF-9A8B3855F760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918C3C97-444D-4600-8553-B9C4C1F8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148E9129-4CC6-47BA-ACD8-2C632A86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34" name="Picture Placeholder 33" descr="A logo of a camera&#10;&#10;Description automatically generated">
            <a:extLst>
              <a:ext uri="{FF2B5EF4-FFF2-40B4-BE49-F238E27FC236}">
                <a16:creationId xmlns:a16="http://schemas.microsoft.com/office/drawing/2014/main" id="{958D2676-01ED-A0F0-780A-6FE50C7069BB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l="8131" r="8131"/>
          <a:stretch/>
        </p:blipFill>
        <p:spPr>
          <a:xfrm>
            <a:off x="8682671" y="2353367"/>
            <a:ext cx="2081609" cy="2225966"/>
          </a:xfrm>
        </p:spPr>
      </p:pic>
      <p:sp>
        <p:nvSpPr>
          <p:cNvPr id="38" name="Title 37">
            <a:extLst>
              <a:ext uri="{FF2B5EF4-FFF2-40B4-BE49-F238E27FC236}">
                <a16:creationId xmlns:a16="http://schemas.microsoft.com/office/drawing/2014/main" id="{7B54EC9B-2533-FB07-0642-E0451DD8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01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Placeholder 27" descr="A logo of a camera&#10;&#10;Description automatically generated">
            <a:extLst>
              <a:ext uri="{FF2B5EF4-FFF2-40B4-BE49-F238E27FC236}">
                <a16:creationId xmlns:a16="http://schemas.microsoft.com/office/drawing/2014/main" id="{06EE67B3-FD76-1CB4-2103-F432C81451E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5227" r="5227"/>
          <a:stretch/>
        </p:blipFill>
        <p:spPr>
          <a:xfrm>
            <a:off x="838197" y="2428875"/>
            <a:ext cx="1066799" cy="1066801"/>
          </a:xfrm>
        </p:spPr>
      </p:pic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C27DE0E9-DA20-3C49-8235-87F8C41E2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7EF1434-AEDB-8055-2711-BFFBA4AC7506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7" name="Picture Placeholder 36" descr="A logo of a camera&#10;&#10;Description automatically generated">
            <a:extLst>
              <a:ext uri="{FF2B5EF4-FFF2-40B4-BE49-F238E27FC236}">
                <a16:creationId xmlns:a16="http://schemas.microsoft.com/office/drawing/2014/main" id="{4FFF6216-ECB8-D544-7EA6-A0976CD68386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/>
          <a:srcRect l="5227" r="5227"/>
          <a:stretch/>
        </p:blipFill>
        <p:spPr>
          <a:xfrm>
            <a:off x="838196" y="4287711"/>
            <a:ext cx="1066799" cy="1066801"/>
          </a:xfrm>
        </p:spPr>
      </p:pic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31E70684-FC16-A4A4-4F76-334CE221BE11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8AF453C0-F92E-00DD-B94A-107F88460B02}"/>
              </a:ext>
            </a:extLst>
          </p:cNvPr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7" name="Footer Placeholder 56">
            <a:extLst>
              <a:ext uri="{FF2B5EF4-FFF2-40B4-BE49-F238E27FC236}">
                <a16:creationId xmlns:a16="http://schemas.microsoft.com/office/drawing/2014/main" id="{3A38BE84-957B-46B9-A315-4B5064DF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E1900601-8B04-4FF3-B06F-6BEFAC65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30" name="Picture Placeholder 29" descr="A logo of a camera&#10;&#10;Description automatically generated">
            <a:extLst>
              <a:ext uri="{FF2B5EF4-FFF2-40B4-BE49-F238E27FC236}">
                <a16:creationId xmlns:a16="http://schemas.microsoft.com/office/drawing/2014/main" id="{D455E739-83CB-513A-FFA6-6E5ADF35799C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2"/>
          <a:srcRect l="5227" r="5227"/>
          <a:stretch/>
        </p:blipFill>
        <p:spPr>
          <a:xfrm>
            <a:off x="4605063" y="2423834"/>
            <a:ext cx="1066799" cy="1066801"/>
          </a:xfrm>
        </p:spPr>
      </p:pic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C78C7F7-99C5-9A8B-6274-DD160EB78A15}"/>
              </a:ext>
            </a:extLst>
          </p:cNvPr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2B0B889F-304B-B179-DC02-10414BBE32A6}"/>
              </a:ext>
            </a:extLst>
          </p:cNvPr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" name="Picture Placeholder 31" descr="A logo of a camera&#10;&#10;Description automatically generated">
            <a:extLst>
              <a:ext uri="{FF2B5EF4-FFF2-40B4-BE49-F238E27FC236}">
                <a16:creationId xmlns:a16="http://schemas.microsoft.com/office/drawing/2014/main" id="{539C2BBD-F40F-43C6-3C06-A8E47E6D7F96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2"/>
          <a:srcRect l="5227" r="5227"/>
          <a:stretch/>
        </p:blipFill>
        <p:spPr>
          <a:xfrm>
            <a:off x="4605062" y="4282670"/>
            <a:ext cx="1066799" cy="1066801"/>
          </a:xfrm>
        </p:spPr>
      </p:pic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719F6F27-0360-04CA-EAB6-11082E17F036}"/>
              </a:ext>
            </a:extLst>
          </p:cNvPr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38366551-9325-4DF9-FFEF-6B0FF9DE5374}"/>
              </a:ext>
            </a:extLst>
          </p:cNvPr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" name="Picture Placeholder 33" descr="A logo of a camera&#10;&#10;Description automatically generated">
            <a:extLst>
              <a:ext uri="{FF2B5EF4-FFF2-40B4-BE49-F238E27FC236}">
                <a16:creationId xmlns:a16="http://schemas.microsoft.com/office/drawing/2014/main" id="{A69D4118-69CF-8BB5-E877-73094DBE849A}"/>
              </a:ext>
            </a:extLst>
          </p:cNvPr>
          <p:cNvPicPr>
            <a:picLocks noGrp="1" noChangeAspect="1"/>
          </p:cNvPicPr>
          <p:nvPr>
            <p:ph type="pic" sz="quarter" idx="40"/>
          </p:nvPr>
        </p:nvPicPr>
        <p:blipFill>
          <a:blip r:embed="rId2"/>
          <a:srcRect l="5227" r="5227"/>
          <a:stretch/>
        </p:blipFill>
        <p:spPr>
          <a:xfrm>
            <a:off x="8371931" y="2422414"/>
            <a:ext cx="1066799" cy="1066801"/>
          </a:xfrm>
        </p:spPr>
      </p:pic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3D00EB90-CACB-FB3E-8A3D-502F35624E10}"/>
              </a:ext>
            </a:extLst>
          </p:cNvPr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0D7DD5E6-0D84-1B35-7B3E-D8820B496918}"/>
              </a:ext>
            </a:extLst>
          </p:cNvPr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0" name="Picture Placeholder 49" descr="A logo of a camera&#10;&#10;Description automatically generated">
            <a:extLst>
              <a:ext uri="{FF2B5EF4-FFF2-40B4-BE49-F238E27FC236}">
                <a16:creationId xmlns:a16="http://schemas.microsoft.com/office/drawing/2014/main" id="{4C595DF6-8791-8D42-30FA-5E12F07934BF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2"/>
          <a:srcRect l="5227" r="5227"/>
          <a:stretch/>
        </p:blipFill>
        <p:spPr>
          <a:xfrm>
            <a:off x="8371930" y="4281250"/>
            <a:ext cx="1066799" cy="1066801"/>
          </a:xfrm>
        </p:spPr>
      </p:pic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3CC4F5BF-B2EF-2F16-D73A-680507A0C641}"/>
              </a:ext>
            </a:extLst>
          </p:cNvPr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B59E533D-1BD6-1834-14BF-2E59E4029723}"/>
              </a:ext>
            </a:extLst>
          </p:cNvPr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Title 48">
            <a:extLst>
              <a:ext uri="{FF2B5EF4-FFF2-40B4-BE49-F238E27FC236}">
                <a16:creationId xmlns:a16="http://schemas.microsoft.com/office/drawing/2014/main" id="{1CE1EA24-6B5D-DB81-4967-B51392B6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79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Content Placeholder 3" descr="Timeline Placeholder ">
            <a:extLst>
              <a:ext uri="{FF2B5EF4-FFF2-40B4-BE49-F238E27FC236}">
                <a16:creationId xmlns:a16="http://schemas.microsoft.com/office/drawing/2014/main" id="{7BC1F95D-CCD2-421B-B06B-706699FAAD5D}"/>
              </a:ext>
            </a:extLst>
          </p:cNvPr>
          <p:cNvGraphicFramePr>
            <a:graphicFrameLocks noGrp="1"/>
          </p:cNvGraphicFramePr>
          <p:nvPr>
            <p:ph type="dgm" sz="quarter" idx="15"/>
            <p:extLst>
              <p:ext uri="{D42A27DB-BD31-4B8C-83A1-F6EECF244321}">
                <p14:modId xmlns:p14="http://schemas.microsoft.com/office/powerpoint/2010/main" val="3687542569"/>
              </p:ext>
            </p:extLst>
          </p:nvPr>
        </p:nvGraphicFramePr>
        <p:xfrm>
          <a:off x="838200" y="1730375"/>
          <a:ext cx="10515600" cy="4125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98E6AD-9D37-499C-898E-ED12AC36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908AF9-2A07-4B50-BC13-47179210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C750039-C78C-0B67-85B2-356480C1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85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4C92E53-3633-FD6E-E801-35D666F025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4244A97-C41E-0602-7301-AF9306FC69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023106E-B8B9-077F-48DE-1B45A611B6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9C7CE59-8E10-718F-3339-5EE5BB4B22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EF18C4C-4E5B-A966-D495-C77A62D27E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D6850707-89A1-C7C6-CB95-2B0523E802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D7A373A-78BB-3680-A399-128947699B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DE1F7467-6EB1-06E5-4CA4-D852D7BD3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CD3D67B7-A821-49FC-94BE-19EDE9D3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8D6D0E8-3983-4B7D-ADB2-077E17AD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523B52B8-4A9D-AFA7-D6BF-FEDA924E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4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31B174A-51EF-8930-33E3-77C72D271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6E443FB-0D3F-D95D-6D4A-6F7FE376D2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AED5DF5-5C7C-EBEA-CEC2-480A11D4C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025C9601-20D2-4321-9D57-91DCAB931F7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5F172A-5D5D-43CD-A187-DA0D303F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5BD32FE5-1DB1-A5A7-8BEE-0BA38BA9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80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B4E39F1-71E0-8BA1-0C60-A1170A69E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57B63DA8-FAC3-23CE-4FB9-7D1DC4AAF6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BE4FCDD-F0DC-58A2-5883-4E8F9BDFD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7F032BDD-181A-1498-3202-BBDF266B51D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865CC01-A53B-495A-820C-BEC2680ED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AE81C1E-A7C3-40CD-9C11-0C03A222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BD565C2-1C6F-F534-0302-5F5A9713B4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54E1C4F7-E3DF-0AF6-A3C2-644BDC91656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6632FD39-D5A5-CCC2-E394-9ED20370D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29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5E32A-1A8C-43D2-9C6E-12887B4D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46DEE6D-D5AD-1711-3487-C47939349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0250BA0A-9796-7056-DDD0-179DB574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0FA1B-5022-47AB-A0AE-8F5C57979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1"/>
            <a:ext cx="411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21C0F9-2D0D-203F-926A-A179FD897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9D052CE-9B78-CBD7-04BD-F3ADCF54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85">
      <a:majorFont>
        <a:latin typeface="League Gothic"/>
        <a:ea typeface=""/>
        <a:cs typeface=""/>
      </a:majorFont>
      <a:minorFont>
        <a:latin typeface="Quicks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presentation" id="{11346FDE-2DA4-453A-ACF7-41117CE5C235}" vid="{A628C74B-DC45-4C37-9A15-B37206CA45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5826B4-4DD2-4A9B-8D6D-E91CF9C231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C7F809-A434-4A8D-A127-1C50C2DB389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0E6EE1E-660B-46C6-AC21-8E505FB957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{0D19D4E7-FC85-44AF-B33F-3D61ECA234E9}tf67328976_win32</Template>
  <TotalTime>0</TotalTime>
  <Words>210</Words>
  <Application>Microsoft Office PowerPoint</Application>
  <PresentationFormat>Breitbild</PresentationFormat>
  <Paragraphs>108</Paragraphs>
  <Slides>26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4" baseType="lpstr">
      <vt:lpstr>Arial</vt:lpstr>
      <vt:lpstr>Calibri</vt:lpstr>
      <vt:lpstr>Futura LT Book</vt:lpstr>
      <vt:lpstr>League Gothic</vt:lpstr>
      <vt:lpstr>Quicksand</vt:lpstr>
      <vt:lpstr>Space Mono</vt:lpstr>
      <vt:lpstr>Tenorite</vt:lpstr>
      <vt:lpstr>Office Theme</vt:lpstr>
      <vt:lpstr>Open Search</vt:lpstr>
      <vt:lpstr>PowerPoint-Präsentation</vt:lpstr>
      <vt:lpstr>Was ist open search?</vt:lpstr>
      <vt:lpstr>Entstehung</vt:lpstr>
      <vt:lpstr>Funktionen</vt:lpstr>
      <vt:lpstr>Wie funktioniert Open Search?</vt:lpstr>
      <vt:lpstr>Beispiele</vt:lpstr>
      <vt:lpstr>Fetteste Demo aller Zeiten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Powered Template</dc:creator>
  <cp:lastModifiedBy>Burger 1113</cp:lastModifiedBy>
  <cp:revision>209</cp:revision>
  <dcterms:created xsi:type="dcterms:W3CDTF">2024-01-20T17:13:20Z</dcterms:created>
  <dcterms:modified xsi:type="dcterms:W3CDTF">2025-11-05T09:07:25Z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